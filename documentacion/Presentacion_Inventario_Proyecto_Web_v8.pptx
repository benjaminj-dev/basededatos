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Sorts Mill Goudy"/>
      <p:regular r:id="rId22"/>
      <p: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ZCfi9GW8NHTMD3ZC17KvQB5uG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SortsMillGoudy-regular.fntdata"/><Relationship Id="rId21" Type="http://schemas.openxmlformats.org/officeDocument/2006/relationships/slide" Target="slides/slide17.xml"/><Relationship Id="rId24" Type="http://customschemas.google.com/relationships/presentationmetadata" Target="metadata"/><Relationship Id="rId23" Type="http://schemas.openxmlformats.org/officeDocument/2006/relationships/font" Target="fonts/SortsMillGoud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La idea de este proyecto nació de una pregunta simple: ¿cómo saber qué productos necesitan reposición sin revisar todo uno por uno? Vamos a mostrar el problema y el recorrido de un pedido.</a:t>
            </a:r>
            <a:endParaRPr/>
          </a:p>
        </p:txBody>
      </p:sp>
      <p:sp>
        <p:nvSpPr>
          <p:cNvPr id="210" name="Google Shape;2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Estos son datos de prueba. De los diez productos, cuatro están bajo su mínimo. Por ejemplo, la memoria tiene cuatro unidades y su mínimo es diez.</a:t>
            </a:r>
            <a:endParaRPr/>
          </a:p>
        </p:txBody>
      </p:sp>
      <p:sp>
        <p:nvSpPr>
          <p:cNvPr id="225" name="Google Shape;2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Elegimos inventario porque el efecto se entiende con una venta: si no vemos el stock a tiempo, podemos ofrecer algo que ya no está. Además, el caso nos deja mostrar lo que aprendimos en PL/SQL.</a:t>
            </a:r>
            <a:endParaRPr/>
          </a:p>
        </p:txBody>
      </p:sp>
      <p:sp>
        <p:nvSpPr>
          <p:cNvPr id="259" name="Google Shape;25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Primero definimos qué información necesitábamos y cómo se relaciona. Luego escribimos las reglas en Oracle, conectamos Java con JDBC y terminamos la pantalla. Ese orden nos permitió comprobar cada parte con datos de prueba.</a:t>
            </a:r>
            <a:endParaRPr/>
          </a:p>
        </p:txBody>
      </p:sp>
      <p:sp>
        <p:nvSpPr>
          <p:cNvPr id="284" name="Google Shape;28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Lo que añadimos responde a ese caso: mostrar lo crítico, validar el pedido y dejar que Oracle actualice las existencias. La pantalla no manda una notificación externa; destaca productos y el log registra el cruce al mínimo.</a:t>
            </a:r>
            <a:endParaRPr/>
          </a:p>
        </p:txBody>
      </p:sp>
      <p:sp>
        <p:nvSpPr>
          <p:cNvPr id="311" name="Google Shape;3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La persona usa la página, Java recibe la consulta y Oracle guarda el cambio. Queremos que la misma cantidad que se ve en pantalla sea la que queda en la base.</a:t>
            </a:r>
            <a:endParaRPr/>
          </a:p>
        </p:txBody>
      </p:sp>
      <p:sp>
        <p:nvSpPr>
          <p:cNvPr id="340" name="Google Shape;34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Primero ejecutamos el script en SQL Developer con INVENTARIO. Después usamos esos mismos datos en ConexionBD.java. JDBC abre la conexión y Maven trae el driver ojdbc11. La clave real se queda en el equipo, no en GitHub.</a:t>
            </a:r>
            <a:endParaRPr/>
          </a:p>
        </p:txBody>
      </p:sp>
      <p:sp>
        <p:nvSpPr>
          <p:cNvPr id="371" name="Google Shape;37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Esta es la parte que usaría quien atiende o revisa reposición: buscar un producto, ver su mínimo y preparar un pedido. Los números vienen de Oracle.</a:t>
            </a:r>
            <a:endParaRPr/>
          </a:p>
        </p:txBody>
      </p:sp>
      <p:sp>
        <p:nvSpPr>
          <p:cNvPr id="402" name="Google Shape;40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El package concentra la operación del pedido. El trigger descuenta unidades cuando se guarda el detalle y el otro trigger deja constancia cuando un producto cruza su mínimo. Así no dependemos de una resta manual.</a:t>
            </a:r>
            <a:endParaRPr/>
          </a:p>
        </p:txBody>
      </p:sp>
      <p:sp>
        <p:nvSpPr>
          <p:cNvPr id="446" name="Google Shape;44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La salida ejecutada muestra que ambas funciones y sus versiones dentro del package coinciden. La categoría con ID 1 es Procesadores. La suma precio por stock actual dio 5.069.850; esto es valor del inventario, no utilidad.</a:t>
            </a:r>
            <a:endParaRPr/>
          </a:p>
        </p:txBody>
      </p:sp>
      <p:sp>
        <p:nvSpPr>
          <p:cNvPr id="478" name="Google Shape;47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El reporte general que ejecutamos listó cuatro productos bajo mínimo. El procedimiento por categoría recibió el ID 2, Tarjetas de Video, y mostró la RTX 4070 Super con 2 unidades frente a un mínimo de 4.</a:t>
            </a:r>
            <a:endParaRPr/>
          </a:p>
        </p:txBody>
      </p:sp>
      <p:sp>
        <p:nvSpPr>
          <p:cNvPr id="502" name="Google Shape;50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Tomemos la RX 7800 XT: parte con cuatro unidades y mínimo tres. Si pedimos dos, quedan dos. El package comprueba antes que cliente, producto, cantidad y stock sean válidos; al guardar el detalle, el trigger hace el descuento.</a:t>
            </a:r>
            <a:endParaRPr/>
          </a:p>
        </p:txBody>
      </p:sp>
      <p:sp>
        <p:nvSpPr>
          <p:cNvPr id="544" name="Google Shape;54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Si una validación falla, el package vuelve al savepoint del inicio. Así no queda guardado un pedido parcial ni se descuenta stock sin completar la operación. Esto protege la consistencia del inventario.</a:t>
            </a:r>
            <a:endParaRPr/>
          </a:p>
        </p:txBody>
      </p:sp>
      <p:sp>
        <p:nvSpPr>
          <p:cNvPr id="577" name="Google Shape;577;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sz="1200"/>
              <a:t>La mejora esperada es ver qué reponer, evitar pedidos por más unidades de las que hay y revisar cuándo un producto cayó bajo el mínimo. Esto todavía es un prototipo local: antes de usarlo en tienda hay que probarlo con el equipo y definir accesos.</a:t>
            </a:r>
            <a:endParaRPr/>
          </a:p>
        </p:txBody>
      </p:sp>
      <p:sp>
        <p:nvSpPr>
          <p:cNvPr id="604" name="Google Shape;60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showMasterSp="0" type="blank">
  <p:cSld name="BLANK">
    <p:spTree>
      <p:nvGrpSpPr>
        <p:cNvPr id="16" name="Shape 16"/>
        <p:cNvGrpSpPr/>
        <p:nvPr/>
      </p:nvGrpSpPr>
      <p:grpSpPr>
        <a:xfrm>
          <a:off x="0" y="0"/>
          <a:ext cx="0" cy="0"/>
          <a:chOff x="0" y="0"/>
          <a:chExt cx="0" cy="0"/>
        </a:xfrm>
      </p:grpSpPr>
      <p:sp>
        <p:nvSpPr>
          <p:cNvPr id="17" name="Google Shape;17;p19"/>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9"/>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showMasterSp="0">
  <p:cSld name="Title with Picture">
    <p:spTree>
      <p:nvGrpSpPr>
        <p:cNvPr id="20" name="Shape 20"/>
        <p:cNvGrpSpPr/>
        <p:nvPr/>
      </p:nvGrpSpPr>
      <p:grpSpPr>
        <a:xfrm>
          <a:off x="0" y="0"/>
          <a:ext cx="0" cy="0"/>
          <a:chOff x="0" y="0"/>
          <a:chExt cx="0" cy="0"/>
        </a:xfrm>
      </p:grpSpPr>
      <p:sp>
        <p:nvSpPr>
          <p:cNvPr id="21" name="Google Shape;21;p20"/>
          <p:cNvSpPr txBox="1"/>
          <p:nvPr>
            <p:ph type="title"/>
          </p:nvPr>
        </p:nvSpPr>
        <p:spPr>
          <a:xfrm>
            <a:off x="6857998" y="964075"/>
            <a:ext cx="4654297" cy="37398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0"/>
          <p:cNvSpPr txBox="1"/>
          <p:nvPr>
            <p:ph idx="1" type="subTitle"/>
          </p:nvPr>
        </p:nvSpPr>
        <p:spPr>
          <a:xfrm>
            <a:off x="6858000" y="4822842"/>
            <a:ext cx="4206240" cy="1380744"/>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Clr>
                <a:schemeClr val="dk1"/>
              </a:buClr>
              <a:buSzPts val="1600"/>
              <a:buNone/>
              <a:defRPr sz="2000">
                <a:solidFill>
                  <a:schemeClr val="dk1"/>
                </a:solidFill>
              </a:defRPr>
            </a:lvl1pPr>
            <a:lvl2pPr lvl="1" algn="ctr">
              <a:lnSpc>
                <a:spcPct val="110000"/>
              </a:lnSpc>
              <a:spcBef>
                <a:spcPts val="500"/>
              </a:spcBef>
              <a:spcAft>
                <a:spcPts val="0"/>
              </a:spcAft>
              <a:buClr>
                <a:schemeClr val="dk1"/>
              </a:buClr>
              <a:buSzPts val="1600"/>
              <a:buNone/>
              <a:defRPr sz="2000"/>
            </a:lvl2pPr>
            <a:lvl3pPr lvl="2" algn="ctr">
              <a:lnSpc>
                <a:spcPct val="110000"/>
              </a:lnSpc>
              <a:spcBef>
                <a:spcPts val="500"/>
              </a:spcBef>
              <a:spcAft>
                <a:spcPts val="0"/>
              </a:spcAft>
              <a:buClr>
                <a:schemeClr val="dk1"/>
              </a:buClr>
              <a:buSzPts val="1440"/>
              <a:buNone/>
              <a:defRPr sz="1800"/>
            </a:lvl3pPr>
            <a:lvl4pPr lvl="3" algn="ctr">
              <a:lnSpc>
                <a:spcPct val="110000"/>
              </a:lnSpc>
              <a:spcBef>
                <a:spcPts val="500"/>
              </a:spcBef>
              <a:spcAft>
                <a:spcPts val="0"/>
              </a:spcAft>
              <a:buClr>
                <a:schemeClr val="dk1"/>
              </a:buClr>
              <a:buSzPts val="1280"/>
              <a:buNone/>
              <a:defRPr sz="1600"/>
            </a:lvl4pPr>
            <a:lvl5pPr lvl="4" algn="ctr">
              <a:lnSpc>
                <a:spcPct val="110000"/>
              </a:lnSpc>
              <a:spcBef>
                <a:spcPts val="500"/>
              </a:spcBef>
              <a:spcAft>
                <a:spcPts val="0"/>
              </a:spcAft>
              <a:buClr>
                <a:schemeClr val="dk1"/>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20"/>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4" name="Google Shape;24;p20"/>
          <p:cNvPicPr preferRelativeResize="0"/>
          <p:nvPr>
            <p:ph idx="2" type="pic"/>
          </p:nvPr>
        </p:nvPicPr>
        <p:blipFill/>
        <p:spPr>
          <a:xfrm>
            <a:off x="841248" y="964074"/>
            <a:ext cx="5403280" cy="5258929"/>
          </a:xfrm>
          <a:prstGeom prst="rect">
            <a:avLst/>
          </a:prstGeom>
          <a:blipFill rotWithShape="1">
            <a:blip r:embed="rId2">
              <a:alphaModFix amt="70000"/>
            </a:blip>
            <a:stretch>
              <a:fillRect b="0" l="0" r="0" t="0"/>
            </a:stretch>
          </a:blipFill>
          <a:ln>
            <a:noFill/>
          </a:ln>
        </p:spPr>
      </p:pic>
      <p:sp>
        <p:nvSpPr>
          <p:cNvPr id="25" name="Google Shape;25;p20"/>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showMasterSp="0">
  <p:cSld name="Contenido">
    <p:spTree>
      <p:nvGrpSpPr>
        <p:cNvPr id="27" name="Shape 27"/>
        <p:cNvGrpSpPr/>
        <p:nvPr/>
      </p:nvGrpSpPr>
      <p:grpSpPr>
        <a:xfrm>
          <a:off x="0" y="0"/>
          <a:ext cx="0" cy="0"/>
          <a:chOff x="0" y="0"/>
          <a:chExt cx="0" cy="0"/>
        </a:xfrm>
      </p:grpSpPr>
      <p:sp>
        <p:nvSpPr>
          <p:cNvPr id="28" name="Google Shape;28;p21"/>
          <p:cNvSpPr txBox="1"/>
          <p:nvPr>
            <p:ph type="title"/>
          </p:nvPr>
        </p:nvSpPr>
        <p:spPr>
          <a:xfrm>
            <a:off x="731520" y="365760"/>
            <a:ext cx="10741152" cy="113225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1"/>
          <p:cNvSpPr txBox="1"/>
          <p:nvPr>
            <p:ph idx="1" type="body"/>
          </p:nvPr>
        </p:nvSpPr>
        <p:spPr>
          <a:xfrm>
            <a:off x="731520" y="1658679"/>
            <a:ext cx="10780776" cy="4925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sz="1800">
                <a:solidFill>
                  <a:schemeClr val="dk1"/>
                </a:solidFill>
              </a:defRPr>
            </a:lvl1pPr>
            <a:lvl2pPr indent="-309880" lvl="1" marL="914400" algn="l">
              <a:lnSpc>
                <a:spcPct val="110000"/>
              </a:lnSpc>
              <a:spcBef>
                <a:spcPts val="500"/>
              </a:spcBef>
              <a:spcAft>
                <a:spcPts val="0"/>
              </a:spcAft>
              <a:buClr>
                <a:schemeClr val="dk1"/>
              </a:buClr>
              <a:buSzPts val="1280"/>
              <a:buChar char="–"/>
              <a:defRPr sz="1600">
                <a:solidFill>
                  <a:schemeClr val="dk1"/>
                </a:solidFill>
              </a:defRPr>
            </a:lvl2pPr>
            <a:lvl3pPr indent="-299720" lvl="2" marL="1371600" algn="l">
              <a:lnSpc>
                <a:spcPct val="110000"/>
              </a:lnSpc>
              <a:spcBef>
                <a:spcPts val="500"/>
              </a:spcBef>
              <a:spcAft>
                <a:spcPts val="0"/>
              </a:spcAft>
              <a:buClr>
                <a:schemeClr val="dk1"/>
              </a:buClr>
              <a:buSzPts val="1120"/>
              <a:buChar char="•"/>
              <a:defRPr sz="1400">
                <a:solidFill>
                  <a:schemeClr val="dk1"/>
                </a:solidFill>
              </a:defRPr>
            </a:lvl3pPr>
            <a:lvl4pPr indent="-289560" lvl="3" marL="1828800" algn="l">
              <a:lnSpc>
                <a:spcPct val="110000"/>
              </a:lnSpc>
              <a:spcBef>
                <a:spcPts val="500"/>
              </a:spcBef>
              <a:spcAft>
                <a:spcPts val="0"/>
              </a:spcAft>
              <a:buClr>
                <a:schemeClr val="dk1"/>
              </a:buClr>
              <a:buSzPts val="960"/>
              <a:buChar char="–"/>
              <a:defRPr sz="1200">
                <a:solidFill>
                  <a:schemeClr val="dk1"/>
                </a:solidFill>
              </a:defRPr>
            </a:lvl4pPr>
            <a:lvl5pPr indent="-289560" lvl="4" marL="2286000" algn="l">
              <a:lnSpc>
                <a:spcPct val="110000"/>
              </a:lnSpc>
              <a:spcBef>
                <a:spcPts val="500"/>
              </a:spcBef>
              <a:spcAft>
                <a:spcPts val="0"/>
              </a:spcAft>
              <a:buClr>
                <a:schemeClr val="dk1"/>
              </a:buClr>
              <a:buSzPts val="960"/>
              <a:buChar char="•"/>
              <a:defRPr sz="12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1"/>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showMasterSp="0">
  <p:cSld name="Title with Picture 2">
    <p:spTree>
      <p:nvGrpSpPr>
        <p:cNvPr id="33" name="Shape 33"/>
        <p:cNvGrpSpPr/>
        <p:nvPr/>
      </p:nvGrpSpPr>
      <p:grpSpPr>
        <a:xfrm>
          <a:off x="0" y="0"/>
          <a:ext cx="0" cy="0"/>
          <a:chOff x="0" y="0"/>
          <a:chExt cx="0" cy="0"/>
        </a:xfrm>
      </p:grpSpPr>
      <p:sp>
        <p:nvSpPr>
          <p:cNvPr id="34" name="Google Shape;34;p22"/>
          <p:cNvSpPr txBox="1"/>
          <p:nvPr>
            <p:ph type="ctrTitle"/>
          </p:nvPr>
        </p:nvSpPr>
        <p:spPr>
          <a:xfrm>
            <a:off x="609600" y="5218032"/>
            <a:ext cx="10972800" cy="78638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400"/>
              <a:buFont typeface="Arial"/>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subTitle"/>
          </p:nvPr>
        </p:nvSpPr>
        <p:spPr>
          <a:xfrm>
            <a:off x="609600" y="5972629"/>
            <a:ext cx="10972800" cy="480373"/>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Clr>
                <a:schemeClr val="dk1"/>
              </a:buClr>
              <a:buSzPts val="1600"/>
              <a:buNone/>
              <a:defRPr sz="2000">
                <a:solidFill>
                  <a:schemeClr val="dk1"/>
                </a:solidFill>
              </a:defRPr>
            </a:lvl1pPr>
            <a:lvl2pPr lvl="1" algn="ctr">
              <a:lnSpc>
                <a:spcPct val="110000"/>
              </a:lnSpc>
              <a:spcBef>
                <a:spcPts val="500"/>
              </a:spcBef>
              <a:spcAft>
                <a:spcPts val="0"/>
              </a:spcAft>
              <a:buClr>
                <a:schemeClr val="dk1"/>
              </a:buClr>
              <a:buSzPts val="1600"/>
              <a:buNone/>
              <a:defRPr sz="2000"/>
            </a:lvl2pPr>
            <a:lvl3pPr lvl="2" algn="ctr">
              <a:lnSpc>
                <a:spcPct val="110000"/>
              </a:lnSpc>
              <a:spcBef>
                <a:spcPts val="500"/>
              </a:spcBef>
              <a:spcAft>
                <a:spcPts val="0"/>
              </a:spcAft>
              <a:buClr>
                <a:schemeClr val="dk1"/>
              </a:buClr>
              <a:buSzPts val="1440"/>
              <a:buNone/>
              <a:defRPr sz="1800"/>
            </a:lvl3pPr>
            <a:lvl4pPr lvl="3" algn="ctr">
              <a:lnSpc>
                <a:spcPct val="110000"/>
              </a:lnSpc>
              <a:spcBef>
                <a:spcPts val="500"/>
              </a:spcBef>
              <a:spcAft>
                <a:spcPts val="0"/>
              </a:spcAft>
              <a:buClr>
                <a:schemeClr val="dk1"/>
              </a:buClr>
              <a:buSzPts val="1280"/>
              <a:buNone/>
              <a:defRPr sz="1600"/>
            </a:lvl4pPr>
            <a:lvl5pPr lvl="4" algn="ctr">
              <a:lnSpc>
                <a:spcPct val="110000"/>
              </a:lnSpc>
              <a:spcBef>
                <a:spcPts val="500"/>
              </a:spcBef>
              <a:spcAft>
                <a:spcPts val="0"/>
              </a:spcAft>
              <a:buClr>
                <a:schemeClr val="dk1"/>
              </a:buClr>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6" name="Google Shape;36;p22"/>
          <p:cNvPicPr preferRelativeResize="0"/>
          <p:nvPr>
            <p:ph idx="2" type="pic"/>
          </p:nvPr>
        </p:nvPicPr>
        <p:blipFill/>
        <p:spPr>
          <a:xfrm>
            <a:off x="0" y="0"/>
            <a:ext cx="12191999" cy="4986425"/>
          </a:xfrm>
          <a:prstGeom prst="rect">
            <a:avLst/>
          </a:prstGeom>
          <a:blipFill rotWithShape="1">
            <a:blip r:embed="rId2">
              <a:alphaModFix amt="70000"/>
            </a:blip>
            <a:stretch>
              <a:fillRect b="0" l="0" r="0" t="0"/>
            </a:stretch>
          </a:blipFill>
          <a:ln>
            <a:noFill/>
          </a:ln>
        </p:spPr>
      </p:pic>
      <p:sp>
        <p:nvSpPr>
          <p:cNvPr id="37" name="Google Shape;37;p22"/>
          <p:cNvSpPr txBox="1"/>
          <p:nvPr>
            <p:ph idx="11" type="ftr"/>
          </p:nvPr>
        </p:nvSpPr>
        <p:spPr>
          <a:xfrm rot="-5400000">
            <a:off x="-396119" y="5787191"/>
            <a:ext cx="150344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9" name="Google Shape;39;p22"/>
          <p:cNvCxnSpPr/>
          <p:nvPr/>
        </p:nvCxnSpPr>
        <p:spPr>
          <a:xfrm rot="10800000">
            <a:off x="4" y="4989940"/>
            <a:ext cx="12191996" cy="0"/>
          </a:xfrm>
          <a:prstGeom prst="straightConnector1">
            <a:avLst/>
          </a:prstGeom>
          <a:noFill/>
          <a:ln cap="flat" cmpd="sng" w="9525">
            <a:solidFill>
              <a:schemeClr val="dk1"/>
            </a:solidFill>
            <a:prstDash val="solid"/>
            <a:miter lim="8000"/>
            <a:headEnd len="sm" w="sm" type="none"/>
            <a:tailEnd len="sm" w="sm" type="none"/>
          </a:ln>
        </p:spPr>
      </p:cxnSp>
      <p:sp>
        <p:nvSpPr>
          <p:cNvPr id="40" name="Google Shape;40;p22"/>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spTree>
      <p:nvGrpSpPr>
        <p:cNvPr id="41" name="Shape 41"/>
        <p:cNvGrpSpPr/>
        <p:nvPr/>
      </p:nvGrpSpPr>
      <p:grpSpPr>
        <a:xfrm>
          <a:off x="0" y="0"/>
          <a:ext cx="0" cy="0"/>
          <a:chOff x="0" y="0"/>
          <a:chExt cx="0" cy="0"/>
        </a:xfrm>
      </p:grpSpPr>
      <p:sp>
        <p:nvSpPr>
          <p:cNvPr id="42" name="Google Shape;42;p23"/>
          <p:cNvSpPr txBox="1"/>
          <p:nvPr>
            <p:ph type="title"/>
          </p:nvPr>
        </p:nvSpPr>
        <p:spPr>
          <a:xfrm>
            <a:off x="838200" y="2578608"/>
            <a:ext cx="7879335" cy="359262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3" name="Google Shape;43;p23"/>
          <p:cNvCxnSpPr/>
          <p:nvPr/>
        </p:nvCxnSpPr>
        <p:spPr>
          <a:xfrm rot="10800000">
            <a:off x="4" y="1714500"/>
            <a:ext cx="12191996" cy="0"/>
          </a:xfrm>
          <a:prstGeom prst="straightConnector1">
            <a:avLst/>
          </a:prstGeom>
          <a:noFill/>
          <a:ln cap="flat" cmpd="sng" w="9525">
            <a:solidFill>
              <a:schemeClr val="dk1"/>
            </a:solidFill>
            <a:prstDash val="solid"/>
            <a:miter lim="8000"/>
            <a:headEnd len="sm" w="sm" type="none"/>
            <a:tailEnd len="sm" w="sm" type="none"/>
          </a:ln>
        </p:spPr>
      </p:cxnSp>
      <p:sp>
        <p:nvSpPr>
          <p:cNvPr id="44" name="Google Shape;44;p23"/>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3"/>
          <p:cNvSpPr txBox="1"/>
          <p:nvPr>
            <p:ph idx="1" type="body"/>
          </p:nvPr>
        </p:nvSpPr>
        <p:spPr>
          <a:xfrm>
            <a:off x="3987800" y="368300"/>
            <a:ext cx="7375525" cy="1014413"/>
          </a:xfrm>
          <a:prstGeom prst="rect">
            <a:avLst/>
          </a:prstGeom>
          <a:noFill/>
          <a:ln>
            <a:noFill/>
          </a:ln>
        </p:spPr>
        <p:txBody>
          <a:bodyPr anchorCtr="0" anchor="ctr" bIns="45700" lIns="91425" spcFirstLastPara="1" rIns="91425" wrap="square" tIns="45700">
            <a:normAutofit/>
          </a:bodyPr>
          <a:lstStyle>
            <a:lvl1pPr indent="-228600" lvl="0" marL="457200" algn="r">
              <a:lnSpc>
                <a:spcPct val="110000"/>
              </a:lnSpc>
              <a:spcBef>
                <a:spcPts val="1000"/>
              </a:spcBef>
              <a:spcAft>
                <a:spcPts val="0"/>
              </a:spcAft>
              <a:buClr>
                <a:schemeClr val="dk1"/>
              </a:buClr>
              <a:buSzPts val="1600"/>
              <a:buNone/>
              <a:defRPr sz="2000"/>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3"/>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p:cSld name="Encabezado de sección">
    <p:spTree>
      <p:nvGrpSpPr>
        <p:cNvPr id="48" name="Shape 48"/>
        <p:cNvGrpSpPr/>
        <p:nvPr/>
      </p:nvGrpSpPr>
      <p:grpSpPr>
        <a:xfrm>
          <a:off x="0" y="0"/>
          <a:ext cx="0" cy="0"/>
          <a:chOff x="0" y="0"/>
          <a:chExt cx="0" cy="0"/>
        </a:xfrm>
      </p:grpSpPr>
      <p:sp>
        <p:nvSpPr>
          <p:cNvPr id="49" name="Google Shape;49;p24"/>
          <p:cNvSpPr txBox="1"/>
          <p:nvPr>
            <p:ph type="title"/>
          </p:nvPr>
        </p:nvSpPr>
        <p:spPr>
          <a:xfrm>
            <a:off x="838200" y="859536"/>
            <a:ext cx="9546336" cy="367588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4"/>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4"/>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53" name="Google Shape;53;p24"/>
          <p:cNvCxnSpPr/>
          <p:nvPr/>
        </p:nvCxnSpPr>
        <p:spPr>
          <a:xfrm rot="10800000">
            <a:off x="4" y="5143500"/>
            <a:ext cx="12191996" cy="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spTree>
      <p:nvGrpSpPr>
        <p:cNvPr id="54" name="Shape 54"/>
        <p:cNvGrpSpPr/>
        <p:nvPr/>
      </p:nvGrpSpPr>
      <p:grpSpPr>
        <a:xfrm>
          <a:off x="0" y="0"/>
          <a:ext cx="0" cy="0"/>
          <a:chOff x="0" y="0"/>
          <a:chExt cx="0" cy="0"/>
        </a:xfrm>
      </p:grpSpPr>
      <p:sp>
        <p:nvSpPr>
          <p:cNvPr id="55" name="Google Shape;55;p25"/>
          <p:cNvSpPr txBox="1"/>
          <p:nvPr>
            <p:ph type="title"/>
          </p:nvPr>
        </p:nvSpPr>
        <p:spPr>
          <a:xfrm>
            <a:off x="1285947" y="1296083"/>
            <a:ext cx="4353325" cy="4265835"/>
          </a:xfrm>
          <a:prstGeom prst="rect">
            <a:avLst/>
          </a:prstGeom>
          <a:noFill/>
          <a:ln cap="flat" cmpd="sng" w="9525">
            <a:solidFill>
              <a:schemeClr val="dk1"/>
            </a:solidFill>
            <a:prstDash val="solid"/>
            <a:round/>
            <a:headEnd len="sm" w="sm" type="none"/>
            <a:tailEnd len="sm" w="sm" type="none"/>
          </a:ln>
        </p:spPr>
        <p:txBody>
          <a:bodyPr anchorCtr="0" anchor="ctr" bIns="45700" lIns="182875" spcFirstLastPara="1" rIns="182875" wrap="square" tIns="914400">
            <a:noAutofit/>
          </a:bodyPr>
          <a:lstStyle>
            <a:lvl1pPr lvl="0" algn="ctr">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
          <p:cNvSpPr txBox="1"/>
          <p:nvPr>
            <p:ph idx="1" type="body"/>
          </p:nvPr>
        </p:nvSpPr>
        <p:spPr>
          <a:xfrm>
            <a:off x="6535056" y="1296083"/>
            <a:ext cx="4325112" cy="4265835"/>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228600" lvl="1" marL="914400" algn="l">
              <a:lnSpc>
                <a:spcPct val="110000"/>
              </a:lnSpc>
              <a:spcBef>
                <a:spcPts val="500"/>
              </a:spcBef>
              <a:spcAft>
                <a:spcPts val="0"/>
              </a:spcAft>
              <a:buClr>
                <a:schemeClr val="dk1"/>
              </a:buClr>
              <a:buSzPts val="1280"/>
              <a:buNone/>
              <a:defRPr>
                <a:solidFill>
                  <a:schemeClr val="dk1"/>
                </a:solidFill>
              </a:defRPr>
            </a:lvl2pPr>
            <a:lvl3pPr indent="-228600" lvl="2" marL="1371600" algn="l">
              <a:lnSpc>
                <a:spcPct val="110000"/>
              </a:lnSpc>
              <a:spcBef>
                <a:spcPts val="500"/>
              </a:spcBef>
              <a:spcAft>
                <a:spcPts val="0"/>
              </a:spcAft>
              <a:buClr>
                <a:schemeClr val="dk1"/>
              </a:buClr>
              <a:buSzPts val="1120"/>
              <a:buNone/>
              <a:defRPr>
                <a:solidFill>
                  <a:schemeClr val="dk1"/>
                </a:solidFill>
              </a:defRPr>
            </a:lvl3pPr>
            <a:lvl4pPr indent="-228600" lvl="3" marL="1828800" algn="l">
              <a:lnSpc>
                <a:spcPct val="110000"/>
              </a:lnSpc>
              <a:spcBef>
                <a:spcPts val="500"/>
              </a:spcBef>
              <a:spcAft>
                <a:spcPts val="0"/>
              </a:spcAft>
              <a:buClr>
                <a:schemeClr val="dk1"/>
              </a:buClr>
              <a:buSzPts val="1120"/>
              <a:buNone/>
              <a:defRPr>
                <a:solidFill>
                  <a:schemeClr val="dk1"/>
                </a:solidFill>
              </a:defRPr>
            </a:lvl4pPr>
            <a:lvl5pPr indent="-228600" lvl="4" marL="2286000" algn="l">
              <a:lnSpc>
                <a:spcPct val="110000"/>
              </a:lnSpc>
              <a:spcBef>
                <a:spcPts val="500"/>
              </a:spcBef>
              <a:spcAft>
                <a:spcPts val="0"/>
              </a:spcAft>
              <a:buClr>
                <a:schemeClr val="dk1"/>
              </a:buClr>
              <a:buSzPts val="112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5"/>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showMasterSp="0">
  <p:cSld name="Agenda with Picture">
    <p:spTree>
      <p:nvGrpSpPr>
        <p:cNvPr id="60" name="Shape 60"/>
        <p:cNvGrpSpPr/>
        <p:nvPr/>
      </p:nvGrpSpPr>
      <p:grpSpPr>
        <a:xfrm>
          <a:off x="0" y="0"/>
          <a:ext cx="0" cy="0"/>
          <a:chOff x="0" y="0"/>
          <a:chExt cx="0" cy="0"/>
        </a:xfrm>
      </p:grpSpPr>
      <p:sp>
        <p:nvSpPr>
          <p:cNvPr id="61" name="Google Shape;61;p26"/>
          <p:cNvSpPr txBox="1"/>
          <p:nvPr>
            <p:ph type="title"/>
          </p:nvPr>
        </p:nvSpPr>
        <p:spPr>
          <a:xfrm>
            <a:off x="1060704" y="4608576"/>
            <a:ext cx="4169664" cy="1609344"/>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chemeClr val="dk1"/>
              </a:buClr>
              <a:buSzPts val="4400"/>
              <a:buFont typeface="Arial"/>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6"/>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63" name="Google Shape;63;p26"/>
          <p:cNvPicPr preferRelativeResize="0"/>
          <p:nvPr>
            <p:ph idx="2" type="pic"/>
          </p:nvPr>
        </p:nvPicPr>
        <p:blipFill/>
        <p:spPr>
          <a:xfrm>
            <a:off x="1257301" y="1097280"/>
            <a:ext cx="3776470" cy="3168100"/>
          </a:xfrm>
          <a:prstGeom prst="rect">
            <a:avLst/>
          </a:prstGeom>
          <a:blipFill rotWithShape="1">
            <a:blip r:embed="rId2">
              <a:alphaModFix amt="70000"/>
            </a:blip>
            <a:stretch>
              <a:fillRect b="0" l="0" r="0" t="0"/>
            </a:stretch>
          </a:blipFill>
          <a:ln cap="flat" cmpd="sng" w="9525">
            <a:solidFill>
              <a:schemeClr val="dk1"/>
            </a:solidFill>
            <a:prstDash val="solid"/>
            <a:round/>
            <a:headEnd len="sm" w="sm" type="none"/>
            <a:tailEnd len="sm" w="sm" type="none"/>
          </a:ln>
        </p:spPr>
      </p:pic>
      <p:sp>
        <p:nvSpPr>
          <p:cNvPr id="64" name="Google Shape;64;p26"/>
          <p:cNvSpPr txBox="1"/>
          <p:nvPr>
            <p:ph idx="1" type="body"/>
          </p:nvPr>
        </p:nvSpPr>
        <p:spPr>
          <a:xfrm>
            <a:off x="7141464" y="841248"/>
            <a:ext cx="4215384" cy="5330952"/>
          </a:xfrm>
          <a:prstGeom prst="rect">
            <a:avLst/>
          </a:prstGeom>
          <a:noFill/>
          <a:ln>
            <a:noFill/>
          </a:ln>
        </p:spPr>
        <p:txBody>
          <a:bodyPr anchorCtr="0" anchor="ctr" bIns="45700" lIns="91425" spcFirstLastPara="1" rIns="91425" wrap="square" tIns="45700">
            <a:normAutofit/>
          </a:bodyPr>
          <a:lstStyle>
            <a:lvl1pPr indent="-228600" lvl="0" marL="457200" algn="ctr">
              <a:lnSpc>
                <a:spcPct val="110000"/>
              </a:lnSpc>
              <a:spcBef>
                <a:spcPts val="1000"/>
              </a:spcBef>
              <a:spcAft>
                <a:spcPts val="0"/>
              </a:spcAft>
              <a:buClr>
                <a:schemeClr val="dk1"/>
              </a:buClr>
              <a:buSzPts val="1440"/>
              <a:buNone/>
              <a:defRPr>
                <a:solidFill>
                  <a:schemeClr val="dk1"/>
                </a:solidFill>
              </a:defRPr>
            </a:lvl1pPr>
            <a:lvl2pPr indent="-309880" lvl="1" marL="914400" algn="ctr">
              <a:lnSpc>
                <a:spcPct val="110000"/>
              </a:lnSpc>
              <a:spcBef>
                <a:spcPts val="500"/>
              </a:spcBef>
              <a:spcAft>
                <a:spcPts val="0"/>
              </a:spcAft>
              <a:buClr>
                <a:schemeClr val="dk1"/>
              </a:buClr>
              <a:buSzPts val="1280"/>
              <a:buChar char="–"/>
              <a:defRPr>
                <a:solidFill>
                  <a:schemeClr val="dk1"/>
                </a:solidFill>
              </a:defRPr>
            </a:lvl2pPr>
            <a:lvl3pPr indent="-299720" lvl="2" marL="1371600" algn="ctr">
              <a:lnSpc>
                <a:spcPct val="110000"/>
              </a:lnSpc>
              <a:spcBef>
                <a:spcPts val="500"/>
              </a:spcBef>
              <a:spcAft>
                <a:spcPts val="0"/>
              </a:spcAft>
              <a:buClr>
                <a:schemeClr val="dk1"/>
              </a:buClr>
              <a:buSzPts val="1120"/>
              <a:buChar char="•"/>
              <a:defRPr>
                <a:solidFill>
                  <a:schemeClr val="dk1"/>
                </a:solidFill>
              </a:defRPr>
            </a:lvl3pPr>
            <a:lvl4pPr indent="-299720" lvl="3" marL="1828800" algn="ctr">
              <a:lnSpc>
                <a:spcPct val="110000"/>
              </a:lnSpc>
              <a:spcBef>
                <a:spcPts val="500"/>
              </a:spcBef>
              <a:spcAft>
                <a:spcPts val="0"/>
              </a:spcAft>
              <a:buClr>
                <a:schemeClr val="dk1"/>
              </a:buClr>
              <a:buSzPts val="1120"/>
              <a:buChar char="–"/>
              <a:defRPr>
                <a:solidFill>
                  <a:schemeClr val="dk1"/>
                </a:solidFill>
              </a:defRPr>
            </a:lvl4pPr>
            <a:lvl5pPr indent="-299720" lvl="4" marL="2286000" algn="ctr">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6"/>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67" name="Google Shape;67;p26"/>
          <p:cNvCxnSpPr/>
          <p:nvPr/>
        </p:nvCxnSpPr>
        <p:spPr>
          <a:xfrm>
            <a:off x="6297086" y="0"/>
            <a:ext cx="0" cy="685800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showMasterSp="0">
  <p:cSld name="Content 2">
    <p:spTree>
      <p:nvGrpSpPr>
        <p:cNvPr id="68" name="Shape 68"/>
        <p:cNvGrpSpPr/>
        <p:nvPr/>
      </p:nvGrpSpPr>
      <p:grpSpPr>
        <a:xfrm>
          <a:off x="0" y="0"/>
          <a:ext cx="0" cy="0"/>
          <a:chOff x="0" y="0"/>
          <a:chExt cx="0" cy="0"/>
        </a:xfrm>
      </p:grpSpPr>
      <p:sp>
        <p:nvSpPr>
          <p:cNvPr id="69" name="Google Shape;69;p27"/>
          <p:cNvSpPr txBox="1"/>
          <p:nvPr>
            <p:ph type="title"/>
          </p:nvPr>
        </p:nvSpPr>
        <p:spPr>
          <a:xfrm>
            <a:off x="786384" y="2615184"/>
            <a:ext cx="3813048" cy="35570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 type="body"/>
          </p:nvPr>
        </p:nvSpPr>
        <p:spPr>
          <a:xfrm>
            <a:off x="5519738" y="841248"/>
            <a:ext cx="4956175" cy="35560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299720" lvl="1" marL="914400" algn="l">
              <a:lnSpc>
                <a:spcPct val="110000"/>
              </a:lnSpc>
              <a:spcBef>
                <a:spcPts val="500"/>
              </a:spcBef>
              <a:spcAft>
                <a:spcPts val="0"/>
              </a:spcAft>
              <a:buClr>
                <a:schemeClr val="dk1"/>
              </a:buClr>
              <a:buSzPts val="1120"/>
              <a:buChar char="–"/>
              <a:defRPr sz="1400">
                <a:solidFill>
                  <a:schemeClr val="dk1"/>
                </a:solidFill>
              </a:defRPr>
            </a:lvl2pPr>
            <a:lvl3pPr indent="-299720" lvl="2" marL="1371600" algn="l">
              <a:lnSpc>
                <a:spcPct val="110000"/>
              </a:lnSpc>
              <a:spcBef>
                <a:spcPts val="500"/>
              </a:spcBef>
              <a:spcAft>
                <a:spcPts val="0"/>
              </a:spcAft>
              <a:buClr>
                <a:schemeClr val="dk1"/>
              </a:buClr>
              <a:buSzPts val="1120"/>
              <a:buChar char="•"/>
              <a:defRPr sz="1400">
                <a:solidFill>
                  <a:schemeClr val="dk1"/>
                </a:solidFill>
              </a:defRPr>
            </a:lvl3pPr>
            <a:lvl4pPr indent="-299720" lvl="3" marL="1828800" algn="l">
              <a:lnSpc>
                <a:spcPct val="110000"/>
              </a:lnSpc>
              <a:spcBef>
                <a:spcPts val="500"/>
              </a:spcBef>
              <a:spcAft>
                <a:spcPts val="0"/>
              </a:spcAft>
              <a:buClr>
                <a:schemeClr val="dk1"/>
              </a:buClr>
              <a:buSzPts val="1120"/>
              <a:buChar char="–"/>
              <a:defRPr sz="1400">
                <a:solidFill>
                  <a:schemeClr val="dk1"/>
                </a:solidFill>
              </a:defRPr>
            </a:lvl4pPr>
            <a:lvl5pPr indent="-299720" lvl="4" marL="2286000" algn="l">
              <a:lnSpc>
                <a:spcPct val="110000"/>
              </a:lnSpc>
              <a:spcBef>
                <a:spcPts val="500"/>
              </a:spcBef>
              <a:spcAft>
                <a:spcPts val="0"/>
              </a:spcAft>
              <a:buClr>
                <a:schemeClr val="dk1"/>
              </a:buClr>
              <a:buSzPts val="1120"/>
              <a:buChar char="•"/>
              <a:defRPr sz="14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27"/>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74" name="Google Shape;74;p27"/>
          <p:cNvCxnSpPr/>
          <p:nvPr/>
        </p:nvCxnSpPr>
        <p:spPr>
          <a:xfrm rot="10800000">
            <a:off x="5016203" y="0"/>
            <a:ext cx="0" cy="685800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showMasterSp="0">
  <p:cSld name="Content 3">
    <p:spTree>
      <p:nvGrpSpPr>
        <p:cNvPr id="75" name="Shape 75"/>
        <p:cNvGrpSpPr/>
        <p:nvPr/>
      </p:nvGrpSpPr>
      <p:grpSpPr>
        <a:xfrm>
          <a:off x="0" y="0"/>
          <a:ext cx="0" cy="0"/>
          <a:chOff x="0" y="0"/>
          <a:chExt cx="0" cy="0"/>
        </a:xfrm>
      </p:grpSpPr>
      <p:sp>
        <p:nvSpPr>
          <p:cNvPr id="76" name="Google Shape;76;p28"/>
          <p:cNvSpPr txBox="1"/>
          <p:nvPr>
            <p:ph type="title"/>
          </p:nvPr>
        </p:nvSpPr>
        <p:spPr>
          <a:xfrm>
            <a:off x="731520" y="841248"/>
            <a:ext cx="2999232" cy="518464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8"/>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 type="body"/>
          </p:nvPr>
        </p:nvSpPr>
        <p:spPr>
          <a:xfrm>
            <a:off x="4666926" y="841248"/>
            <a:ext cx="6260154" cy="51846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299720" lvl="1" marL="914400" algn="l">
              <a:lnSpc>
                <a:spcPct val="110000"/>
              </a:lnSpc>
              <a:spcBef>
                <a:spcPts val="500"/>
              </a:spcBef>
              <a:spcAft>
                <a:spcPts val="0"/>
              </a:spcAft>
              <a:buClr>
                <a:schemeClr val="dk1"/>
              </a:buClr>
              <a:buSzPts val="1120"/>
              <a:buChar char="–"/>
              <a:defRPr sz="1400">
                <a:solidFill>
                  <a:schemeClr val="dk1"/>
                </a:solidFill>
              </a:defRPr>
            </a:lvl2pPr>
            <a:lvl3pPr indent="-299720" lvl="2" marL="1371600" algn="l">
              <a:lnSpc>
                <a:spcPct val="110000"/>
              </a:lnSpc>
              <a:spcBef>
                <a:spcPts val="500"/>
              </a:spcBef>
              <a:spcAft>
                <a:spcPts val="0"/>
              </a:spcAft>
              <a:buClr>
                <a:schemeClr val="dk1"/>
              </a:buClr>
              <a:buSzPts val="1120"/>
              <a:buChar char="•"/>
              <a:defRPr sz="1400">
                <a:solidFill>
                  <a:schemeClr val="dk1"/>
                </a:solidFill>
              </a:defRPr>
            </a:lvl3pPr>
            <a:lvl4pPr indent="-299720" lvl="3" marL="1828800" algn="l">
              <a:lnSpc>
                <a:spcPct val="110000"/>
              </a:lnSpc>
              <a:spcBef>
                <a:spcPts val="500"/>
              </a:spcBef>
              <a:spcAft>
                <a:spcPts val="0"/>
              </a:spcAft>
              <a:buClr>
                <a:schemeClr val="dk1"/>
              </a:buClr>
              <a:buSzPts val="1120"/>
              <a:buChar char="–"/>
              <a:defRPr sz="1400">
                <a:solidFill>
                  <a:schemeClr val="dk1"/>
                </a:solidFill>
              </a:defRPr>
            </a:lvl4pPr>
            <a:lvl5pPr indent="-299720" lvl="4" marL="2286000" algn="l">
              <a:lnSpc>
                <a:spcPct val="110000"/>
              </a:lnSpc>
              <a:spcBef>
                <a:spcPts val="500"/>
              </a:spcBef>
              <a:spcAft>
                <a:spcPts val="0"/>
              </a:spcAft>
              <a:buClr>
                <a:schemeClr val="dk1"/>
              </a:buClr>
              <a:buSzPts val="1120"/>
              <a:buChar char="•"/>
              <a:defRPr sz="14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8"/>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8"/>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81" name="Google Shape;81;p28"/>
          <p:cNvCxnSpPr/>
          <p:nvPr/>
        </p:nvCxnSpPr>
        <p:spPr>
          <a:xfrm rot="10800000">
            <a:off x="4182210" y="0"/>
            <a:ext cx="0" cy="685800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showMasterSp="0">
  <p:cSld name="Content with Picture">
    <p:spTree>
      <p:nvGrpSpPr>
        <p:cNvPr id="82" name="Shape 82"/>
        <p:cNvGrpSpPr/>
        <p:nvPr/>
      </p:nvGrpSpPr>
      <p:grpSpPr>
        <a:xfrm>
          <a:off x="0" y="0"/>
          <a:ext cx="0" cy="0"/>
          <a:chOff x="0" y="0"/>
          <a:chExt cx="0" cy="0"/>
        </a:xfrm>
      </p:grpSpPr>
      <p:sp>
        <p:nvSpPr>
          <p:cNvPr id="83" name="Google Shape;83;p29"/>
          <p:cNvSpPr txBox="1"/>
          <p:nvPr>
            <p:ph type="title"/>
          </p:nvPr>
        </p:nvSpPr>
        <p:spPr>
          <a:xfrm>
            <a:off x="8831152" y="990511"/>
            <a:ext cx="2565593" cy="185894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4" name="Google Shape;84;p29"/>
          <p:cNvPicPr preferRelativeResize="0"/>
          <p:nvPr>
            <p:ph idx="2" type="pic"/>
          </p:nvPr>
        </p:nvPicPr>
        <p:blipFill/>
        <p:spPr>
          <a:xfrm>
            <a:off x="0" y="0"/>
            <a:ext cx="8326323" cy="6858000"/>
          </a:xfrm>
          <a:prstGeom prst="rect">
            <a:avLst/>
          </a:prstGeom>
          <a:blipFill rotWithShape="1">
            <a:blip r:embed="rId2">
              <a:alphaModFix amt="70000"/>
            </a:blip>
            <a:stretch>
              <a:fillRect b="0" l="0" r="0" t="0"/>
            </a:stretch>
          </a:blipFill>
          <a:ln>
            <a:noFill/>
          </a:ln>
        </p:spPr>
      </p:pic>
      <p:sp>
        <p:nvSpPr>
          <p:cNvPr id="85" name="Google Shape;85;p29"/>
          <p:cNvSpPr txBox="1"/>
          <p:nvPr>
            <p:ph idx="1" type="body"/>
          </p:nvPr>
        </p:nvSpPr>
        <p:spPr>
          <a:xfrm>
            <a:off x="8832271" y="3011335"/>
            <a:ext cx="2559977" cy="265625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lvl1pPr>
            <a:lvl2pPr indent="-228600" lvl="1" marL="914400" algn="l">
              <a:lnSpc>
                <a:spcPct val="110000"/>
              </a:lnSpc>
              <a:spcBef>
                <a:spcPts val="500"/>
              </a:spcBef>
              <a:spcAft>
                <a:spcPts val="0"/>
              </a:spcAft>
              <a:buClr>
                <a:schemeClr val="dk1"/>
              </a:buClr>
              <a:buSzPts val="1120"/>
              <a:buNone/>
              <a:defRPr sz="1400"/>
            </a:lvl2pPr>
            <a:lvl3pPr indent="-228600" lvl="2" marL="1371600" algn="l">
              <a:lnSpc>
                <a:spcPct val="110000"/>
              </a:lnSpc>
              <a:spcBef>
                <a:spcPts val="500"/>
              </a:spcBef>
              <a:spcAft>
                <a:spcPts val="0"/>
              </a:spcAft>
              <a:buClr>
                <a:schemeClr val="dk1"/>
              </a:buClr>
              <a:buSzPts val="1120"/>
              <a:buNone/>
              <a:defRPr sz="1400"/>
            </a:lvl3pPr>
            <a:lvl4pPr indent="-228600" lvl="3" marL="1828800" algn="l">
              <a:lnSpc>
                <a:spcPct val="110000"/>
              </a:lnSpc>
              <a:spcBef>
                <a:spcPts val="500"/>
              </a:spcBef>
              <a:spcAft>
                <a:spcPts val="0"/>
              </a:spcAft>
              <a:buClr>
                <a:schemeClr val="dk1"/>
              </a:buClr>
              <a:buSzPts val="1120"/>
              <a:buNone/>
              <a:defRPr sz="1400"/>
            </a:lvl4pPr>
            <a:lvl5pPr indent="-228600" lvl="4" marL="2286000" algn="l">
              <a:lnSpc>
                <a:spcPct val="110000"/>
              </a:lnSpc>
              <a:spcBef>
                <a:spcPts val="500"/>
              </a:spcBef>
              <a:spcAft>
                <a:spcPts val="0"/>
              </a:spcAft>
              <a:buClr>
                <a:schemeClr val="dk1"/>
              </a:buClr>
              <a:buSzPts val="112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29"/>
          <p:cNvSpPr txBox="1"/>
          <p:nvPr>
            <p:ph idx="11" type="ftr"/>
          </p:nvPr>
        </p:nvSpPr>
        <p:spPr>
          <a:xfrm rot="5400000">
            <a:off x="10292564" y="1592958"/>
            <a:ext cx="297352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9"/>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9"/>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89" name="Google Shape;89;p29"/>
          <p:cNvCxnSpPr/>
          <p:nvPr/>
        </p:nvCxnSpPr>
        <p:spPr>
          <a:xfrm>
            <a:off x="8320570" y="0"/>
            <a:ext cx="0" cy="685800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showMasterSp="0">
  <p:cSld name="Content with Picture 2">
    <p:spTree>
      <p:nvGrpSpPr>
        <p:cNvPr id="90" name="Shape 90"/>
        <p:cNvGrpSpPr/>
        <p:nvPr/>
      </p:nvGrpSpPr>
      <p:grpSpPr>
        <a:xfrm>
          <a:off x="0" y="0"/>
          <a:ext cx="0" cy="0"/>
          <a:chOff x="0" y="0"/>
          <a:chExt cx="0" cy="0"/>
        </a:xfrm>
      </p:grpSpPr>
      <p:sp>
        <p:nvSpPr>
          <p:cNvPr id="91" name="Google Shape;91;p30"/>
          <p:cNvSpPr txBox="1"/>
          <p:nvPr>
            <p:ph type="title"/>
          </p:nvPr>
        </p:nvSpPr>
        <p:spPr>
          <a:xfrm>
            <a:off x="5303520" y="548640"/>
            <a:ext cx="6093225" cy="1143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2" name="Google Shape;92;p30"/>
          <p:cNvPicPr preferRelativeResize="0"/>
          <p:nvPr>
            <p:ph idx="2" type="pic"/>
          </p:nvPr>
        </p:nvPicPr>
        <p:blipFill/>
        <p:spPr>
          <a:xfrm>
            <a:off x="0" y="1"/>
            <a:ext cx="4793885" cy="6858000"/>
          </a:xfrm>
          <a:prstGeom prst="rect">
            <a:avLst/>
          </a:prstGeom>
          <a:blipFill rotWithShape="1">
            <a:blip r:embed="rId2">
              <a:alphaModFix amt="70000"/>
            </a:blip>
            <a:stretch>
              <a:fillRect b="0" l="0" r="0" t="0"/>
            </a:stretch>
          </a:blipFill>
          <a:ln>
            <a:noFill/>
          </a:ln>
        </p:spPr>
      </p:pic>
      <p:sp>
        <p:nvSpPr>
          <p:cNvPr id="93" name="Google Shape;93;p30"/>
          <p:cNvSpPr txBox="1"/>
          <p:nvPr>
            <p:ph idx="1" type="body"/>
          </p:nvPr>
        </p:nvSpPr>
        <p:spPr>
          <a:xfrm>
            <a:off x="5303520" y="1828800"/>
            <a:ext cx="6071616" cy="448970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309880" lvl="1" marL="914400" algn="l">
              <a:lnSpc>
                <a:spcPct val="110000"/>
              </a:lnSpc>
              <a:spcBef>
                <a:spcPts val="500"/>
              </a:spcBef>
              <a:spcAft>
                <a:spcPts val="0"/>
              </a:spcAft>
              <a:buClr>
                <a:schemeClr val="dk1"/>
              </a:buClr>
              <a:buSzPts val="1280"/>
              <a:buChar char="–"/>
              <a:defRPr>
                <a:solidFill>
                  <a:schemeClr val="dk1"/>
                </a:solidFill>
              </a:defRPr>
            </a:lvl2pPr>
            <a:lvl3pPr indent="-299720" lvl="2" marL="1371600" algn="l">
              <a:lnSpc>
                <a:spcPct val="110000"/>
              </a:lnSpc>
              <a:spcBef>
                <a:spcPts val="500"/>
              </a:spcBef>
              <a:spcAft>
                <a:spcPts val="0"/>
              </a:spcAft>
              <a:buClr>
                <a:schemeClr val="dk1"/>
              </a:buClr>
              <a:buSzPts val="1120"/>
              <a:buChar char="•"/>
              <a:defRPr>
                <a:solidFill>
                  <a:schemeClr val="dk1"/>
                </a:solidFill>
              </a:defRPr>
            </a:lvl3pPr>
            <a:lvl4pPr indent="-299720" lvl="3" marL="1828800" algn="l">
              <a:lnSpc>
                <a:spcPct val="110000"/>
              </a:lnSpc>
              <a:spcBef>
                <a:spcPts val="500"/>
              </a:spcBef>
              <a:spcAft>
                <a:spcPts val="0"/>
              </a:spcAft>
              <a:buClr>
                <a:schemeClr val="dk1"/>
              </a:buClr>
              <a:buSzPts val="1120"/>
              <a:buChar char="–"/>
              <a:defRPr>
                <a:solidFill>
                  <a:schemeClr val="dk1"/>
                </a:solidFill>
              </a:defRPr>
            </a:lvl4pPr>
            <a:lvl5pPr indent="-299720" lvl="4" marL="2286000" algn="l">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4" name="Google Shape;94;p30"/>
          <p:cNvCxnSpPr/>
          <p:nvPr/>
        </p:nvCxnSpPr>
        <p:spPr>
          <a:xfrm>
            <a:off x="4797154" y="0"/>
            <a:ext cx="0" cy="6858000"/>
          </a:xfrm>
          <a:prstGeom prst="straightConnector1">
            <a:avLst/>
          </a:prstGeom>
          <a:noFill/>
          <a:ln cap="flat" cmpd="sng" w="9525">
            <a:solidFill>
              <a:schemeClr val="dk1"/>
            </a:solidFill>
            <a:prstDash val="solid"/>
            <a:miter lim="8000"/>
            <a:headEnd len="sm" w="sm" type="none"/>
            <a:tailEnd len="sm" w="sm" type="none"/>
          </a:ln>
        </p:spPr>
      </p:cxnSp>
      <p:sp>
        <p:nvSpPr>
          <p:cNvPr id="95" name="Google Shape;95;p30"/>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0"/>
          <p:cNvSpPr txBox="1"/>
          <p:nvPr>
            <p:ph idx="11" type="ftr"/>
          </p:nvPr>
        </p:nvSpPr>
        <p:spPr>
          <a:xfrm flipH="1" rot="-5400000">
            <a:off x="10292565"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0"/>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showMasterSp="0">
  <p:cSld name="Content with Picture 3">
    <p:spTree>
      <p:nvGrpSpPr>
        <p:cNvPr id="98" name="Shape 98"/>
        <p:cNvGrpSpPr/>
        <p:nvPr/>
      </p:nvGrpSpPr>
      <p:grpSpPr>
        <a:xfrm>
          <a:off x="0" y="0"/>
          <a:ext cx="0" cy="0"/>
          <a:chOff x="0" y="0"/>
          <a:chExt cx="0" cy="0"/>
        </a:xfrm>
      </p:grpSpPr>
      <p:sp>
        <p:nvSpPr>
          <p:cNvPr id="99" name="Google Shape;99;p31"/>
          <p:cNvSpPr txBox="1"/>
          <p:nvPr>
            <p:ph type="title"/>
          </p:nvPr>
        </p:nvSpPr>
        <p:spPr>
          <a:xfrm>
            <a:off x="731520" y="548640"/>
            <a:ext cx="6135624" cy="1143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1"/>
          <p:cNvSpPr txBox="1"/>
          <p:nvPr>
            <p:ph idx="1" type="body"/>
          </p:nvPr>
        </p:nvSpPr>
        <p:spPr>
          <a:xfrm>
            <a:off x="731520" y="1828800"/>
            <a:ext cx="6135624" cy="448970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309880" lvl="1" marL="914400" algn="l">
              <a:lnSpc>
                <a:spcPct val="110000"/>
              </a:lnSpc>
              <a:spcBef>
                <a:spcPts val="500"/>
              </a:spcBef>
              <a:spcAft>
                <a:spcPts val="0"/>
              </a:spcAft>
              <a:buClr>
                <a:schemeClr val="dk1"/>
              </a:buClr>
              <a:buSzPts val="1280"/>
              <a:buChar char="–"/>
              <a:defRPr>
                <a:solidFill>
                  <a:schemeClr val="dk1"/>
                </a:solidFill>
              </a:defRPr>
            </a:lvl2pPr>
            <a:lvl3pPr indent="-299720" lvl="2" marL="1371600" algn="l">
              <a:lnSpc>
                <a:spcPct val="110000"/>
              </a:lnSpc>
              <a:spcBef>
                <a:spcPts val="500"/>
              </a:spcBef>
              <a:spcAft>
                <a:spcPts val="0"/>
              </a:spcAft>
              <a:buClr>
                <a:schemeClr val="dk1"/>
              </a:buClr>
              <a:buSzPts val="1120"/>
              <a:buChar char="•"/>
              <a:defRPr>
                <a:solidFill>
                  <a:schemeClr val="dk1"/>
                </a:solidFill>
              </a:defRPr>
            </a:lvl3pPr>
            <a:lvl4pPr indent="-299720" lvl="3" marL="1828800" algn="l">
              <a:lnSpc>
                <a:spcPct val="110000"/>
              </a:lnSpc>
              <a:spcBef>
                <a:spcPts val="500"/>
              </a:spcBef>
              <a:spcAft>
                <a:spcPts val="0"/>
              </a:spcAft>
              <a:buClr>
                <a:schemeClr val="dk1"/>
              </a:buClr>
              <a:buSzPts val="1120"/>
              <a:buChar char="–"/>
              <a:defRPr>
                <a:solidFill>
                  <a:schemeClr val="dk1"/>
                </a:solidFill>
              </a:defRPr>
            </a:lvl4pPr>
            <a:lvl5pPr indent="-299720" lvl="4" marL="2286000" algn="l">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1" name="Google Shape;101;p31"/>
          <p:cNvPicPr preferRelativeResize="0"/>
          <p:nvPr>
            <p:ph idx="2" type="pic"/>
          </p:nvPr>
        </p:nvPicPr>
        <p:blipFill/>
        <p:spPr>
          <a:xfrm>
            <a:off x="7400544" y="0"/>
            <a:ext cx="4791456" cy="6858000"/>
          </a:xfrm>
          <a:prstGeom prst="rect">
            <a:avLst/>
          </a:prstGeom>
          <a:blipFill rotWithShape="1">
            <a:blip r:embed="rId2">
              <a:alphaModFix amt="70000"/>
            </a:blip>
            <a:stretch>
              <a:fillRect b="0" l="0" r="0" t="0"/>
            </a:stretch>
          </a:blipFill>
          <a:ln>
            <a:noFill/>
          </a:ln>
        </p:spPr>
      </p:pic>
      <p:cxnSp>
        <p:nvCxnSpPr>
          <p:cNvPr id="102" name="Google Shape;102;p31"/>
          <p:cNvCxnSpPr/>
          <p:nvPr/>
        </p:nvCxnSpPr>
        <p:spPr>
          <a:xfrm>
            <a:off x="7382022" y="0"/>
            <a:ext cx="0" cy="6858000"/>
          </a:xfrm>
          <a:prstGeom prst="straightConnector1">
            <a:avLst/>
          </a:prstGeom>
          <a:noFill/>
          <a:ln cap="flat" cmpd="sng" w="9525">
            <a:solidFill>
              <a:schemeClr val="dk1"/>
            </a:solidFill>
            <a:prstDash val="solid"/>
            <a:miter lim="8000"/>
            <a:headEnd len="sm" w="sm" type="none"/>
            <a:tailEnd len="sm" w="sm" type="none"/>
          </a:ln>
        </p:spPr>
      </p:cxnSp>
      <p:sp>
        <p:nvSpPr>
          <p:cNvPr id="103" name="Google Shape;103;p31"/>
          <p:cNvSpPr txBox="1"/>
          <p:nvPr>
            <p:ph idx="10" type="dt"/>
          </p:nvPr>
        </p:nvSpPr>
        <p:spPr>
          <a:xfrm rot="5400000">
            <a:off x="-997745"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1"/>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1"/>
          <p:cNvSpPr txBox="1"/>
          <p:nvPr>
            <p:ph idx="12" type="sldNum"/>
          </p:nvPr>
        </p:nvSpPr>
        <p:spPr>
          <a:xfrm>
            <a:off x="51117"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showMasterSp="0">
  <p:cSld name="Content with Picture 4">
    <p:spTree>
      <p:nvGrpSpPr>
        <p:cNvPr id="106" name="Shape 106"/>
        <p:cNvGrpSpPr/>
        <p:nvPr/>
      </p:nvGrpSpPr>
      <p:grpSpPr>
        <a:xfrm>
          <a:off x="0" y="0"/>
          <a:ext cx="0" cy="0"/>
          <a:chOff x="0" y="0"/>
          <a:chExt cx="0" cy="0"/>
        </a:xfrm>
      </p:grpSpPr>
      <p:sp>
        <p:nvSpPr>
          <p:cNvPr id="107" name="Google Shape;107;p32"/>
          <p:cNvSpPr txBox="1"/>
          <p:nvPr>
            <p:ph type="title"/>
          </p:nvPr>
        </p:nvSpPr>
        <p:spPr>
          <a:xfrm>
            <a:off x="731520" y="320040"/>
            <a:ext cx="6858000" cy="93268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32"/>
          <p:cNvSpPr txBox="1"/>
          <p:nvPr>
            <p:ph idx="1" type="body"/>
          </p:nvPr>
        </p:nvSpPr>
        <p:spPr>
          <a:xfrm>
            <a:off x="731520" y="1380744"/>
            <a:ext cx="6858000" cy="498348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309880" lvl="1" marL="914400" algn="l">
              <a:lnSpc>
                <a:spcPct val="110000"/>
              </a:lnSpc>
              <a:spcBef>
                <a:spcPts val="500"/>
              </a:spcBef>
              <a:spcAft>
                <a:spcPts val="0"/>
              </a:spcAft>
              <a:buClr>
                <a:schemeClr val="dk1"/>
              </a:buClr>
              <a:buSzPts val="1280"/>
              <a:buChar char="–"/>
              <a:defRPr>
                <a:solidFill>
                  <a:schemeClr val="dk1"/>
                </a:solidFill>
              </a:defRPr>
            </a:lvl2pPr>
            <a:lvl3pPr indent="-299720" lvl="2" marL="1371600" algn="l">
              <a:lnSpc>
                <a:spcPct val="110000"/>
              </a:lnSpc>
              <a:spcBef>
                <a:spcPts val="500"/>
              </a:spcBef>
              <a:spcAft>
                <a:spcPts val="0"/>
              </a:spcAft>
              <a:buClr>
                <a:schemeClr val="dk1"/>
              </a:buClr>
              <a:buSzPts val="1120"/>
              <a:buChar char="•"/>
              <a:defRPr>
                <a:solidFill>
                  <a:schemeClr val="dk1"/>
                </a:solidFill>
              </a:defRPr>
            </a:lvl3pPr>
            <a:lvl4pPr indent="-299720" lvl="3" marL="1828800" algn="l">
              <a:lnSpc>
                <a:spcPct val="110000"/>
              </a:lnSpc>
              <a:spcBef>
                <a:spcPts val="500"/>
              </a:spcBef>
              <a:spcAft>
                <a:spcPts val="0"/>
              </a:spcAft>
              <a:buClr>
                <a:schemeClr val="dk1"/>
              </a:buClr>
              <a:buSzPts val="1120"/>
              <a:buChar char="–"/>
              <a:defRPr>
                <a:solidFill>
                  <a:schemeClr val="dk1"/>
                </a:solidFill>
              </a:defRPr>
            </a:lvl4pPr>
            <a:lvl5pPr indent="-299720" lvl="4" marL="2286000" algn="l">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9" name="Google Shape;109;p32"/>
          <p:cNvPicPr preferRelativeResize="0"/>
          <p:nvPr>
            <p:ph idx="2" type="pic"/>
          </p:nvPr>
        </p:nvPicPr>
        <p:blipFill/>
        <p:spPr>
          <a:xfrm>
            <a:off x="8091732" y="0"/>
            <a:ext cx="4100267" cy="6858000"/>
          </a:xfrm>
          <a:prstGeom prst="rect">
            <a:avLst/>
          </a:prstGeom>
          <a:blipFill rotWithShape="1">
            <a:blip r:embed="rId2">
              <a:alphaModFix amt="70000"/>
            </a:blip>
            <a:stretch>
              <a:fillRect b="0" l="0" r="0" t="0"/>
            </a:stretch>
          </a:blipFill>
          <a:ln>
            <a:noFill/>
          </a:ln>
        </p:spPr>
      </p:pic>
      <p:cxnSp>
        <p:nvCxnSpPr>
          <p:cNvPr id="110" name="Google Shape;110;p32"/>
          <p:cNvCxnSpPr/>
          <p:nvPr/>
        </p:nvCxnSpPr>
        <p:spPr>
          <a:xfrm>
            <a:off x="8077761" y="0"/>
            <a:ext cx="0" cy="6858000"/>
          </a:xfrm>
          <a:prstGeom prst="straightConnector1">
            <a:avLst/>
          </a:prstGeom>
          <a:noFill/>
          <a:ln cap="flat" cmpd="sng" w="9525">
            <a:solidFill>
              <a:schemeClr val="dk1"/>
            </a:solidFill>
            <a:prstDash val="solid"/>
            <a:miter lim="8000"/>
            <a:headEnd len="sm" w="sm" type="none"/>
            <a:tailEnd len="sm" w="sm" type="none"/>
          </a:ln>
        </p:spPr>
      </p:cxnSp>
      <p:sp>
        <p:nvSpPr>
          <p:cNvPr id="111" name="Google Shape;111;p32"/>
          <p:cNvSpPr txBox="1"/>
          <p:nvPr>
            <p:ph idx="10" type="dt"/>
          </p:nvPr>
        </p:nvSpPr>
        <p:spPr>
          <a:xfrm rot="5400000">
            <a:off x="-997745"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2"/>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2"/>
          <p:cNvSpPr txBox="1"/>
          <p:nvPr>
            <p:ph idx="12" type="sldNum"/>
          </p:nvPr>
        </p:nvSpPr>
        <p:spPr>
          <a:xfrm>
            <a:off x="51117"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showMasterSp="0">
  <p:cSld name="Content with Picture 5">
    <p:spTree>
      <p:nvGrpSpPr>
        <p:cNvPr id="114" name="Shape 114"/>
        <p:cNvGrpSpPr/>
        <p:nvPr/>
      </p:nvGrpSpPr>
      <p:grpSpPr>
        <a:xfrm>
          <a:off x="0" y="0"/>
          <a:ext cx="0" cy="0"/>
          <a:chOff x="0" y="0"/>
          <a:chExt cx="0" cy="0"/>
        </a:xfrm>
      </p:grpSpPr>
      <p:sp>
        <p:nvSpPr>
          <p:cNvPr id="115" name="Google Shape;115;p33"/>
          <p:cNvSpPr txBox="1"/>
          <p:nvPr>
            <p:ph type="title"/>
          </p:nvPr>
        </p:nvSpPr>
        <p:spPr>
          <a:xfrm>
            <a:off x="731520" y="583413"/>
            <a:ext cx="4361688" cy="1262639"/>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33"/>
          <p:cNvSpPr txBox="1"/>
          <p:nvPr>
            <p:ph idx="1" type="body"/>
          </p:nvPr>
        </p:nvSpPr>
        <p:spPr>
          <a:xfrm>
            <a:off x="731520" y="1979461"/>
            <a:ext cx="4360863" cy="432926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309880" lvl="1" marL="914400" algn="l">
              <a:lnSpc>
                <a:spcPct val="110000"/>
              </a:lnSpc>
              <a:spcBef>
                <a:spcPts val="500"/>
              </a:spcBef>
              <a:spcAft>
                <a:spcPts val="0"/>
              </a:spcAft>
              <a:buClr>
                <a:schemeClr val="dk1"/>
              </a:buClr>
              <a:buSzPts val="1280"/>
              <a:buChar char="–"/>
              <a:defRPr>
                <a:solidFill>
                  <a:schemeClr val="dk1"/>
                </a:solidFill>
              </a:defRPr>
            </a:lvl2pPr>
            <a:lvl3pPr indent="-299720" lvl="2" marL="1371600" algn="l">
              <a:lnSpc>
                <a:spcPct val="110000"/>
              </a:lnSpc>
              <a:spcBef>
                <a:spcPts val="500"/>
              </a:spcBef>
              <a:spcAft>
                <a:spcPts val="0"/>
              </a:spcAft>
              <a:buClr>
                <a:schemeClr val="dk1"/>
              </a:buClr>
              <a:buSzPts val="1120"/>
              <a:buChar char="•"/>
              <a:defRPr>
                <a:solidFill>
                  <a:schemeClr val="dk1"/>
                </a:solidFill>
              </a:defRPr>
            </a:lvl3pPr>
            <a:lvl4pPr indent="-299720" lvl="3" marL="1828800" algn="l">
              <a:lnSpc>
                <a:spcPct val="110000"/>
              </a:lnSpc>
              <a:spcBef>
                <a:spcPts val="500"/>
              </a:spcBef>
              <a:spcAft>
                <a:spcPts val="0"/>
              </a:spcAft>
              <a:buClr>
                <a:schemeClr val="dk1"/>
              </a:buClr>
              <a:buSzPts val="1120"/>
              <a:buChar char="–"/>
              <a:defRPr>
                <a:solidFill>
                  <a:schemeClr val="dk1"/>
                </a:solidFill>
              </a:defRPr>
            </a:lvl4pPr>
            <a:lvl5pPr indent="-299720" lvl="4" marL="2286000" algn="l">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7" name="Google Shape;117;p33"/>
          <p:cNvPicPr preferRelativeResize="0"/>
          <p:nvPr>
            <p:ph idx="2" type="pic"/>
          </p:nvPr>
        </p:nvPicPr>
        <p:blipFill/>
        <p:spPr>
          <a:xfrm>
            <a:off x="5745480" y="0"/>
            <a:ext cx="6446520" cy="6858000"/>
          </a:xfrm>
          <a:prstGeom prst="rect">
            <a:avLst/>
          </a:prstGeom>
          <a:blipFill rotWithShape="1">
            <a:blip r:embed="rId2">
              <a:alphaModFix amt="70000"/>
            </a:blip>
            <a:stretch>
              <a:fillRect b="0" l="0" r="0" t="0"/>
            </a:stretch>
          </a:blipFill>
          <a:ln>
            <a:noFill/>
          </a:ln>
        </p:spPr>
      </p:pic>
      <p:cxnSp>
        <p:nvCxnSpPr>
          <p:cNvPr id="118" name="Google Shape;118;p33"/>
          <p:cNvCxnSpPr/>
          <p:nvPr/>
        </p:nvCxnSpPr>
        <p:spPr>
          <a:xfrm>
            <a:off x="5732126" y="0"/>
            <a:ext cx="0" cy="6858000"/>
          </a:xfrm>
          <a:prstGeom prst="straightConnector1">
            <a:avLst/>
          </a:prstGeom>
          <a:noFill/>
          <a:ln cap="flat" cmpd="sng" w="9525">
            <a:solidFill>
              <a:schemeClr val="dk1"/>
            </a:solidFill>
            <a:prstDash val="solid"/>
            <a:miter lim="8000"/>
            <a:headEnd len="sm" w="sm" type="none"/>
            <a:tailEnd len="sm" w="sm" type="none"/>
          </a:ln>
        </p:spPr>
      </p:cxnSp>
      <p:sp>
        <p:nvSpPr>
          <p:cNvPr id="119" name="Google Shape;119;p33"/>
          <p:cNvSpPr txBox="1"/>
          <p:nvPr>
            <p:ph idx="10" type="dt"/>
          </p:nvPr>
        </p:nvSpPr>
        <p:spPr>
          <a:xfrm rot="5400000">
            <a:off x="-997745"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3"/>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3"/>
          <p:cNvSpPr txBox="1"/>
          <p:nvPr>
            <p:ph idx="12" type="sldNum"/>
          </p:nvPr>
        </p:nvSpPr>
        <p:spPr>
          <a:xfrm>
            <a:off x="51117"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showMasterSp="0">
  <p:cSld name="Content with Picture 6">
    <p:spTree>
      <p:nvGrpSpPr>
        <p:cNvPr id="122" name="Shape 122"/>
        <p:cNvGrpSpPr/>
        <p:nvPr/>
      </p:nvGrpSpPr>
      <p:grpSpPr>
        <a:xfrm>
          <a:off x="0" y="0"/>
          <a:ext cx="0" cy="0"/>
          <a:chOff x="0" y="0"/>
          <a:chExt cx="0" cy="0"/>
        </a:xfrm>
      </p:grpSpPr>
      <p:sp>
        <p:nvSpPr>
          <p:cNvPr id="123" name="Google Shape;123;p34"/>
          <p:cNvSpPr txBox="1"/>
          <p:nvPr>
            <p:ph type="title"/>
          </p:nvPr>
        </p:nvSpPr>
        <p:spPr>
          <a:xfrm>
            <a:off x="731520" y="320040"/>
            <a:ext cx="4572000"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34"/>
          <p:cNvSpPr txBox="1"/>
          <p:nvPr>
            <p:ph idx="1" type="body"/>
          </p:nvPr>
        </p:nvSpPr>
        <p:spPr>
          <a:xfrm>
            <a:off x="731520" y="1380744"/>
            <a:ext cx="4572000" cy="498348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309880" lvl="1" marL="914400" algn="l">
              <a:lnSpc>
                <a:spcPct val="110000"/>
              </a:lnSpc>
              <a:spcBef>
                <a:spcPts val="500"/>
              </a:spcBef>
              <a:spcAft>
                <a:spcPts val="0"/>
              </a:spcAft>
              <a:buClr>
                <a:schemeClr val="dk1"/>
              </a:buClr>
              <a:buSzPts val="1280"/>
              <a:buChar char="–"/>
              <a:defRPr>
                <a:solidFill>
                  <a:schemeClr val="dk1"/>
                </a:solidFill>
              </a:defRPr>
            </a:lvl2pPr>
            <a:lvl3pPr indent="-299720" lvl="2" marL="1371600" algn="l">
              <a:lnSpc>
                <a:spcPct val="110000"/>
              </a:lnSpc>
              <a:spcBef>
                <a:spcPts val="500"/>
              </a:spcBef>
              <a:spcAft>
                <a:spcPts val="0"/>
              </a:spcAft>
              <a:buClr>
                <a:schemeClr val="dk1"/>
              </a:buClr>
              <a:buSzPts val="1120"/>
              <a:buChar char="•"/>
              <a:defRPr>
                <a:solidFill>
                  <a:schemeClr val="dk1"/>
                </a:solidFill>
              </a:defRPr>
            </a:lvl3pPr>
            <a:lvl4pPr indent="-299720" lvl="3" marL="1828800" algn="l">
              <a:lnSpc>
                <a:spcPct val="110000"/>
              </a:lnSpc>
              <a:spcBef>
                <a:spcPts val="500"/>
              </a:spcBef>
              <a:spcAft>
                <a:spcPts val="0"/>
              </a:spcAft>
              <a:buClr>
                <a:schemeClr val="dk1"/>
              </a:buClr>
              <a:buSzPts val="1120"/>
              <a:buChar char="–"/>
              <a:defRPr>
                <a:solidFill>
                  <a:schemeClr val="dk1"/>
                </a:solidFill>
              </a:defRPr>
            </a:lvl4pPr>
            <a:lvl5pPr indent="-299720" lvl="4" marL="2286000" algn="l">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5" name="Google Shape;125;p34"/>
          <p:cNvPicPr preferRelativeResize="0"/>
          <p:nvPr>
            <p:ph idx="2" type="pic"/>
          </p:nvPr>
        </p:nvPicPr>
        <p:blipFill/>
        <p:spPr>
          <a:xfrm>
            <a:off x="5917720" y="0"/>
            <a:ext cx="6274279" cy="6858000"/>
          </a:xfrm>
          <a:prstGeom prst="rect">
            <a:avLst/>
          </a:prstGeom>
          <a:blipFill rotWithShape="1">
            <a:blip r:embed="rId2">
              <a:alphaModFix amt="70000"/>
            </a:blip>
            <a:stretch>
              <a:fillRect b="0" l="0" r="0" t="0"/>
            </a:stretch>
          </a:blipFill>
          <a:ln>
            <a:noFill/>
          </a:ln>
        </p:spPr>
      </p:pic>
      <p:cxnSp>
        <p:nvCxnSpPr>
          <p:cNvPr id="126" name="Google Shape;126;p34"/>
          <p:cNvCxnSpPr/>
          <p:nvPr/>
        </p:nvCxnSpPr>
        <p:spPr>
          <a:xfrm>
            <a:off x="5911724" y="0"/>
            <a:ext cx="0" cy="6858000"/>
          </a:xfrm>
          <a:prstGeom prst="straightConnector1">
            <a:avLst/>
          </a:prstGeom>
          <a:noFill/>
          <a:ln cap="flat" cmpd="sng" w="9525">
            <a:solidFill>
              <a:schemeClr val="dk1"/>
            </a:solidFill>
            <a:prstDash val="solid"/>
            <a:miter lim="8000"/>
            <a:headEnd len="sm" w="sm" type="none"/>
            <a:tailEnd len="sm" w="sm" type="none"/>
          </a:ln>
        </p:spPr>
      </p:cxnSp>
      <p:sp>
        <p:nvSpPr>
          <p:cNvPr id="127" name="Google Shape;127;p34"/>
          <p:cNvSpPr txBox="1"/>
          <p:nvPr>
            <p:ph idx="10" type="dt"/>
          </p:nvPr>
        </p:nvSpPr>
        <p:spPr>
          <a:xfrm rot="5400000">
            <a:off x="-997745"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4"/>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4"/>
          <p:cNvSpPr txBox="1"/>
          <p:nvPr>
            <p:ph idx="12" type="sldNum"/>
          </p:nvPr>
        </p:nvSpPr>
        <p:spPr>
          <a:xfrm>
            <a:off x="51117"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showMasterSp="0">
  <p:cSld name="Content with Picture 7">
    <p:spTree>
      <p:nvGrpSpPr>
        <p:cNvPr id="130" name="Shape 130"/>
        <p:cNvGrpSpPr/>
        <p:nvPr/>
      </p:nvGrpSpPr>
      <p:grpSpPr>
        <a:xfrm>
          <a:off x="0" y="0"/>
          <a:ext cx="0" cy="0"/>
          <a:chOff x="0" y="0"/>
          <a:chExt cx="0" cy="0"/>
        </a:xfrm>
      </p:grpSpPr>
      <p:sp>
        <p:nvSpPr>
          <p:cNvPr id="131" name="Google Shape;131;p35"/>
          <p:cNvSpPr txBox="1"/>
          <p:nvPr>
            <p:ph type="title"/>
          </p:nvPr>
        </p:nvSpPr>
        <p:spPr>
          <a:xfrm>
            <a:off x="731520" y="5012268"/>
            <a:ext cx="3739896" cy="139033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2" name="Google Shape;132;p35"/>
          <p:cNvPicPr preferRelativeResize="0"/>
          <p:nvPr>
            <p:ph idx="2" type="pic"/>
          </p:nvPr>
        </p:nvPicPr>
        <p:blipFill/>
        <p:spPr>
          <a:xfrm>
            <a:off x="-1" y="0"/>
            <a:ext cx="12192000" cy="4635132"/>
          </a:xfrm>
          <a:prstGeom prst="rect">
            <a:avLst/>
          </a:prstGeom>
          <a:blipFill rotWithShape="1">
            <a:blip r:embed="rId2">
              <a:alphaModFix amt="70000"/>
            </a:blip>
            <a:stretch>
              <a:fillRect b="0" l="0" r="0" t="0"/>
            </a:stretch>
          </a:blipFill>
          <a:ln>
            <a:noFill/>
          </a:ln>
        </p:spPr>
      </p:pic>
      <p:sp>
        <p:nvSpPr>
          <p:cNvPr id="133" name="Google Shape;133;p35"/>
          <p:cNvSpPr txBox="1"/>
          <p:nvPr>
            <p:ph idx="11" type="ftr"/>
          </p:nvPr>
        </p:nvSpPr>
        <p:spPr>
          <a:xfrm rot="-5400000">
            <a:off x="-499001" y="5684309"/>
            <a:ext cx="170920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5"/>
          <p:cNvSpPr txBox="1"/>
          <p:nvPr>
            <p:ph idx="1" type="body"/>
          </p:nvPr>
        </p:nvSpPr>
        <p:spPr>
          <a:xfrm>
            <a:off x="4846320" y="5012267"/>
            <a:ext cx="6400800" cy="1390330"/>
          </a:xfrm>
          <a:prstGeom prst="rect">
            <a:avLst/>
          </a:prstGeom>
          <a:noFill/>
          <a:ln>
            <a:noFill/>
          </a:ln>
        </p:spPr>
        <p:txBody>
          <a:bodyPr anchorCtr="0" anchor="t" bIns="45700" lIns="91425" spcFirstLastPara="1" rIns="91425" wrap="square" tIns="45700">
            <a:noAutofit/>
          </a:bodyPr>
          <a:lstStyle>
            <a:lvl1pPr indent="-228600" lvl="0" marL="457200" algn="l">
              <a:lnSpc>
                <a:spcPct val="110000"/>
              </a:lnSpc>
              <a:spcBef>
                <a:spcPts val="1000"/>
              </a:spcBef>
              <a:spcAft>
                <a:spcPts val="0"/>
              </a:spcAft>
              <a:buClr>
                <a:schemeClr val="dk1"/>
              </a:buClr>
              <a:buSzPts val="1440"/>
              <a:buFont typeface="Arial"/>
              <a:buNone/>
              <a:defRPr sz="1800">
                <a:solidFill>
                  <a:schemeClr val="dk1"/>
                </a:solidFill>
              </a:defRPr>
            </a:lvl1pPr>
            <a:lvl2pPr indent="-228600" lvl="1" marL="914400" algn="l">
              <a:lnSpc>
                <a:spcPct val="110000"/>
              </a:lnSpc>
              <a:spcBef>
                <a:spcPts val="500"/>
              </a:spcBef>
              <a:spcAft>
                <a:spcPts val="0"/>
              </a:spcAft>
              <a:buClr>
                <a:schemeClr val="dk1"/>
              </a:buClr>
              <a:buSzPts val="1280"/>
              <a:buFont typeface="Arial"/>
              <a:buNone/>
              <a:defRPr sz="1600">
                <a:solidFill>
                  <a:schemeClr val="dk1"/>
                </a:solidFill>
              </a:defRPr>
            </a:lvl2pPr>
            <a:lvl3pPr indent="-228600" lvl="2" marL="1371600" algn="l">
              <a:lnSpc>
                <a:spcPct val="110000"/>
              </a:lnSpc>
              <a:spcBef>
                <a:spcPts val="500"/>
              </a:spcBef>
              <a:spcAft>
                <a:spcPts val="0"/>
              </a:spcAft>
              <a:buClr>
                <a:schemeClr val="dk1"/>
              </a:buClr>
              <a:buSzPts val="1120"/>
              <a:buFont typeface="Arial"/>
              <a:buNone/>
              <a:defRPr sz="1400">
                <a:solidFill>
                  <a:schemeClr val="dk1"/>
                </a:solidFill>
              </a:defRPr>
            </a:lvl3pPr>
            <a:lvl4pPr indent="-228600" lvl="3" marL="1828800" algn="l">
              <a:lnSpc>
                <a:spcPct val="110000"/>
              </a:lnSpc>
              <a:spcBef>
                <a:spcPts val="500"/>
              </a:spcBef>
              <a:spcAft>
                <a:spcPts val="0"/>
              </a:spcAft>
              <a:buClr>
                <a:schemeClr val="dk1"/>
              </a:buClr>
              <a:buSzPts val="960"/>
              <a:buFont typeface="Arial"/>
              <a:buNone/>
              <a:defRPr sz="1200">
                <a:solidFill>
                  <a:schemeClr val="dk1"/>
                </a:solidFill>
              </a:defRPr>
            </a:lvl4pPr>
            <a:lvl5pPr indent="-228600" lvl="4" marL="2286000" algn="l">
              <a:lnSpc>
                <a:spcPct val="110000"/>
              </a:lnSpc>
              <a:spcBef>
                <a:spcPts val="500"/>
              </a:spcBef>
              <a:spcAft>
                <a:spcPts val="0"/>
              </a:spcAft>
              <a:buClr>
                <a:schemeClr val="dk1"/>
              </a:buClr>
              <a:buSzPts val="880"/>
              <a:buFont typeface="Arial"/>
              <a:buNone/>
              <a:defRPr sz="11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35"/>
          <p:cNvSpPr txBox="1"/>
          <p:nvPr>
            <p:ph idx="10" type="dt"/>
          </p:nvPr>
        </p:nvSpPr>
        <p:spPr>
          <a:xfrm rot="5400000">
            <a:off x="11173959" y="5435073"/>
            <a:ext cx="121073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5"/>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137" name="Google Shape;137;p35"/>
          <p:cNvCxnSpPr/>
          <p:nvPr/>
        </p:nvCxnSpPr>
        <p:spPr>
          <a:xfrm rot="10800000">
            <a:off x="0" y="4638230"/>
            <a:ext cx="12191996" cy="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showMasterSp="0">
  <p:cSld name="Content with Picture 8">
    <p:spTree>
      <p:nvGrpSpPr>
        <p:cNvPr id="138" name="Shape 138"/>
        <p:cNvGrpSpPr/>
        <p:nvPr/>
      </p:nvGrpSpPr>
      <p:grpSpPr>
        <a:xfrm>
          <a:off x="0" y="0"/>
          <a:ext cx="0" cy="0"/>
          <a:chOff x="0" y="0"/>
          <a:chExt cx="0" cy="0"/>
        </a:xfrm>
      </p:grpSpPr>
      <p:sp>
        <p:nvSpPr>
          <p:cNvPr id="139" name="Google Shape;139;p36"/>
          <p:cNvSpPr txBox="1"/>
          <p:nvPr>
            <p:ph type="title"/>
          </p:nvPr>
        </p:nvSpPr>
        <p:spPr>
          <a:xfrm>
            <a:off x="640080" y="4882896"/>
            <a:ext cx="3657603" cy="145389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dk1"/>
              </a:buClr>
              <a:buSzPts val="3200"/>
              <a:buFont typeface="Arial"/>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6"/>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141" name="Google Shape;141;p36"/>
          <p:cNvPicPr preferRelativeResize="0"/>
          <p:nvPr>
            <p:ph idx="2" type="pic"/>
          </p:nvPr>
        </p:nvPicPr>
        <p:blipFill/>
        <p:spPr>
          <a:xfrm>
            <a:off x="731520" y="548642"/>
            <a:ext cx="3490175" cy="4041647"/>
          </a:xfrm>
          <a:prstGeom prst="rect">
            <a:avLst/>
          </a:prstGeom>
          <a:blipFill rotWithShape="1">
            <a:blip r:embed="rId2">
              <a:alphaModFix amt="81000"/>
            </a:blip>
            <a:stretch>
              <a:fillRect b="0" l="0" r="0" t="0"/>
            </a:stretch>
          </a:blipFill>
          <a:ln cap="flat" cmpd="sng" w="9525">
            <a:solidFill>
              <a:schemeClr val="dk1"/>
            </a:solidFill>
            <a:prstDash val="solid"/>
            <a:round/>
            <a:headEnd len="sm" w="sm" type="none"/>
            <a:tailEnd len="sm" w="sm" type="none"/>
          </a:ln>
        </p:spPr>
      </p:pic>
      <p:sp>
        <p:nvSpPr>
          <p:cNvPr id="142" name="Google Shape;142;p36"/>
          <p:cNvSpPr txBox="1"/>
          <p:nvPr>
            <p:ph idx="1" type="body"/>
          </p:nvPr>
        </p:nvSpPr>
        <p:spPr>
          <a:xfrm>
            <a:off x="4937760" y="549275"/>
            <a:ext cx="6561138" cy="575945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309880" lvl="1" marL="914400" algn="l">
              <a:lnSpc>
                <a:spcPct val="110000"/>
              </a:lnSpc>
              <a:spcBef>
                <a:spcPts val="500"/>
              </a:spcBef>
              <a:spcAft>
                <a:spcPts val="0"/>
              </a:spcAft>
              <a:buClr>
                <a:schemeClr val="dk1"/>
              </a:buClr>
              <a:buSzPts val="1280"/>
              <a:buChar char="–"/>
              <a:defRPr>
                <a:solidFill>
                  <a:schemeClr val="dk1"/>
                </a:solidFill>
              </a:defRPr>
            </a:lvl2pPr>
            <a:lvl3pPr indent="-299720" lvl="2" marL="1371600" algn="l">
              <a:lnSpc>
                <a:spcPct val="110000"/>
              </a:lnSpc>
              <a:spcBef>
                <a:spcPts val="500"/>
              </a:spcBef>
              <a:spcAft>
                <a:spcPts val="0"/>
              </a:spcAft>
              <a:buClr>
                <a:schemeClr val="dk1"/>
              </a:buClr>
              <a:buSzPts val="1120"/>
              <a:buChar char="•"/>
              <a:defRPr>
                <a:solidFill>
                  <a:schemeClr val="dk1"/>
                </a:solidFill>
              </a:defRPr>
            </a:lvl3pPr>
            <a:lvl4pPr indent="-299720" lvl="3" marL="1828800" algn="l">
              <a:lnSpc>
                <a:spcPct val="110000"/>
              </a:lnSpc>
              <a:spcBef>
                <a:spcPts val="500"/>
              </a:spcBef>
              <a:spcAft>
                <a:spcPts val="0"/>
              </a:spcAft>
              <a:buClr>
                <a:schemeClr val="dk1"/>
              </a:buClr>
              <a:buSzPts val="1120"/>
              <a:buChar char="–"/>
              <a:defRPr>
                <a:solidFill>
                  <a:schemeClr val="dk1"/>
                </a:solidFill>
              </a:defRPr>
            </a:lvl4pPr>
            <a:lvl5pPr indent="-299720" lvl="4" marL="2286000" algn="l">
              <a:lnSpc>
                <a:spcPct val="110000"/>
              </a:lnSpc>
              <a:spcBef>
                <a:spcPts val="500"/>
              </a:spcBef>
              <a:spcAft>
                <a:spcPts val="0"/>
              </a:spcAft>
              <a:buClr>
                <a:schemeClr val="dk1"/>
              </a:buClr>
              <a:buSzPts val="112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36"/>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6"/>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145" name="Google Shape;145;p36"/>
          <p:cNvCxnSpPr/>
          <p:nvPr/>
        </p:nvCxnSpPr>
        <p:spPr>
          <a:xfrm>
            <a:off x="4646117" y="0"/>
            <a:ext cx="0" cy="685800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showMasterSp="0">
  <p:cSld name="Content with Picture 9">
    <p:spTree>
      <p:nvGrpSpPr>
        <p:cNvPr id="146" name="Shape 146"/>
        <p:cNvGrpSpPr/>
        <p:nvPr/>
      </p:nvGrpSpPr>
      <p:grpSpPr>
        <a:xfrm>
          <a:off x="0" y="0"/>
          <a:ext cx="0" cy="0"/>
          <a:chOff x="0" y="0"/>
          <a:chExt cx="0" cy="0"/>
        </a:xfrm>
      </p:grpSpPr>
      <p:sp>
        <p:nvSpPr>
          <p:cNvPr id="147" name="Google Shape;147;p37"/>
          <p:cNvSpPr txBox="1"/>
          <p:nvPr>
            <p:ph type="title"/>
          </p:nvPr>
        </p:nvSpPr>
        <p:spPr>
          <a:xfrm>
            <a:off x="718164" y="559341"/>
            <a:ext cx="10755670"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37"/>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7"/>
          <p:cNvSpPr txBox="1"/>
          <p:nvPr>
            <p:ph idx="10" type="dt"/>
          </p:nvPr>
        </p:nvSpPr>
        <p:spPr>
          <a:xfrm flipH="1" rot="-5400000">
            <a:off x="-997746" y="4594946"/>
            <a:ext cx="270669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7"/>
          <p:cNvSpPr txBox="1"/>
          <p:nvPr>
            <p:ph idx="12" type="sldNum"/>
          </p:nvPr>
        </p:nvSpPr>
        <p:spPr>
          <a:xfrm>
            <a:off x="88569" y="6264201"/>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
        <p:nvSpPr>
          <p:cNvPr id="151" name="Google Shape;151;p37"/>
          <p:cNvSpPr txBox="1"/>
          <p:nvPr>
            <p:ph idx="1" type="body"/>
          </p:nvPr>
        </p:nvSpPr>
        <p:spPr>
          <a:xfrm>
            <a:off x="711200" y="1713652"/>
            <a:ext cx="4387012" cy="461294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2" name="Google Shape;152;p37"/>
          <p:cNvPicPr preferRelativeResize="0"/>
          <p:nvPr>
            <p:ph idx="2" type="pic"/>
          </p:nvPr>
        </p:nvPicPr>
        <p:blipFill/>
        <p:spPr>
          <a:xfrm>
            <a:off x="5658927" y="1713653"/>
            <a:ext cx="6533071" cy="5144347"/>
          </a:xfrm>
          <a:prstGeom prst="rect">
            <a:avLst/>
          </a:prstGeom>
          <a:blipFill rotWithShape="1">
            <a:blip r:embed="rId2">
              <a:alphaModFix amt="70000"/>
            </a:blip>
            <a:stretch>
              <a:fillRect b="0" l="0" r="0" t="0"/>
            </a:stretch>
          </a:blip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showMasterSp="0">
  <p:cSld name="Number Large">
    <p:spTree>
      <p:nvGrpSpPr>
        <p:cNvPr id="153" name="Shape 153"/>
        <p:cNvGrpSpPr/>
        <p:nvPr/>
      </p:nvGrpSpPr>
      <p:grpSpPr>
        <a:xfrm>
          <a:off x="0" y="0"/>
          <a:ext cx="0" cy="0"/>
          <a:chOff x="0" y="0"/>
          <a:chExt cx="0" cy="0"/>
        </a:xfrm>
      </p:grpSpPr>
      <p:sp>
        <p:nvSpPr>
          <p:cNvPr id="154" name="Google Shape;154;p38"/>
          <p:cNvSpPr txBox="1"/>
          <p:nvPr>
            <p:ph type="title"/>
          </p:nvPr>
        </p:nvSpPr>
        <p:spPr>
          <a:xfrm>
            <a:off x="2057400" y="4937761"/>
            <a:ext cx="6987537" cy="1353312"/>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Clr>
                <a:schemeClr val="dk1"/>
              </a:buClr>
              <a:buSzPts val="2800"/>
              <a:buFont typeface="Sorts Mill Goudy"/>
              <a:buNone/>
              <a:defRPr sz="28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38"/>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8"/>
          <p:cNvSpPr txBox="1"/>
          <p:nvPr>
            <p:ph idx="1" type="body"/>
          </p:nvPr>
        </p:nvSpPr>
        <p:spPr>
          <a:xfrm>
            <a:off x="2057400" y="549021"/>
            <a:ext cx="9455150" cy="4333875"/>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8560"/>
              <a:buNone/>
              <a:defRPr sz="23200">
                <a:latin typeface="Arial"/>
                <a:ea typeface="Arial"/>
                <a:cs typeface="Arial"/>
                <a:sym typeface="Arial"/>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38"/>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8"/>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159" name="Google Shape;159;p38"/>
          <p:cNvCxnSpPr/>
          <p:nvPr/>
        </p:nvCxnSpPr>
        <p:spPr>
          <a:xfrm rot="10800000">
            <a:off x="1371600" y="0"/>
            <a:ext cx="0" cy="6858000"/>
          </a:xfrm>
          <a:prstGeom prst="straightConnector1">
            <a:avLst/>
          </a:prstGeom>
          <a:noFill/>
          <a:ln cap="flat" cmpd="sng" w="9525">
            <a:solidFill>
              <a:schemeClr val="dk1"/>
            </a:solidFill>
            <a:prstDash val="solid"/>
            <a:miter lim="8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spTree>
      <p:nvGrpSpPr>
        <p:cNvPr id="160" name="Shape 160"/>
        <p:cNvGrpSpPr/>
        <p:nvPr/>
      </p:nvGrpSpPr>
      <p:grpSpPr>
        <a:xfrm>
          <a:off x="0" y="0"/>
          <a:ext cx="0" cy="0"/>
          <a:chOff x="0" y="0"/>
          <a:chExt cx="0" cy="0"/>
        </a:xfrm>
      </p:grpSpPr>
      <p:sp>
        <p:nvSpPr>
          <p:cNvPr id="161" name="Google Shape;161;p39"/>
          <p:cNvSpPr txBox="1"/>
          <p:nvPr>
            <p:ph type="title"/>
          </p:nvPr>
        </p:nvSpPr>
        <p:spPr>
          <a:xfrm>
            <a:off x="612648" y="-1228126"/>
            <a:ext cx="10652760" cy="113385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39"/>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9"/>
          <p:cNvSpPr txBox="1"/>
          <p:nvPr>
            <p:ph idx="1" type="body"/>
          </p:nvPr>
        </p:nvSpPr>
        <p:spPr>
          <a:xfrm>
            <a:off x="2624138" y="2268748"/>
            <a:ext cx="6943724" cy="3954255"/>
          </a:xfrm>
          <a:prstGeom prst="rect">
            <a:avLst/>
          </a:prstGeom>
          <a:noFill/>
          <a:ln>
            <a:noFill/>
          </a:ln>
        </p:spPr>
        <p:txBody>
          <a:bodyPr anchorCtr="0" anchor="ctr" bIns="45700" lIns="91425" spcFirstLastPara="1" rIns="91425" wrap="square" tIns="45700">
            <a:noAutofit/>
          </a:bodyPr>
          <a:lstStyle>
            <a:lvl1pPr indent="-228600" lvl="0" marL="457200" algn="ctr">
              <a:lnSpc>
                <a:spcPct val="110000"/>
              </a:lnSpc>
              <a:spcBef>
                <a:spcPts val="1000"/>
              </a:spcBef>
              <a:spcAft>
                <a:spcPts val="0"/>
              </a:spcAft>
              <a:buClr>
                <a:schemeClr val="dk1"/>
              </a:buClr>
              <a:buSzPts val="3520"/>
              <a:buNone/>
              <a:defRPr b="0" sz="4400" cap="none">
                <a:solidFill>
                  <a:schemeClr val="dk1"/>
                </a:solidFill>
              </a:defRPr>
            </a:lvl1pPr>
            <a:lvl2pPr indent="-228600" lvl="1" marL="914400" algn="ctr">
              <a:lnSpc>
                <a:spcPct val="110000"/>
              </a:lnSpc>
              <a:spcBef>
                <a:spcPts val="500"/>
              </a:spcBef>
              <a:spcAft>
                <a:spcPts val="0"/>
              </a:spcAft>
              <a:buClr>
                <a:schemeClr val="dk1"/>
              </a:buClr>
              <a:buSzPts val="3520"/>
              <a:buNone/>
              <a:defRPr b="0" sz="4400" cap="none">
                <a:solidFill>
                  <a:schemeClr val="dk1"/>
                </a:solidFill>
              </a:defRPr>
            </a:lvl2pPr>
            <a:lvl3pPr indent="-228600" lvl="2" marL="1371600" algn="ctr">
              <a:lnSpc>
                <a:spcPct val="110000"/>
              </a:lnSpc>
              <a:spcBef>
                <a:spcPts val="500"/>
              </a:spcBef>
              <a:spcAft>
                <a:spcPts val="0"/>
              </a:spcAft>
              <a:buClr>
                <a:schemeClr val="dk1"/>
              </a:buClr>
              <a:buSzPts val="3520"/>
              <a:buNone/>
              <a:defRPr b="0" sz="4400" cap="none">
                <a:solidFill>
                  <a:schemeClr val="dk1"/>
                </a:solidFill>
              </a:defRPr>
            </a:lvl3pPr>
            <a:lvl4pPr indent="-228600" lvl="3" marL="1828800" algn="ctr">
              <a:lnSpc>
                <a:spcPct val="110000"/>
              </a:lnSpc>
              <a:spcBef>
                <a:spcPts val="500"/>
              </a:spcBef>
              <a:spcAft>
                <a:spcPts val="0"/>
              </a:spcAft>
              <a:buClr>
                <a:schemeClr val="dk1"/>
              </a:buClr>
              <a:buSzPts val="3520"/>
              <a:buNone/>
              <a:defRPr b="0" sz="4400" cap="none">
                <a:solidFill>
                  <a:schemeClr val="dk1"/>
                </a:solidFill>
              </a:defRPr>
            </a:lvl4pPr>
            <a:lvl5pPr indent="-228600" lvl="4" marL="2286000" algn="ctr">
              <a:lnSpc>
                <a:spcPct val="110000"/>
              </a:lnSpc>
              <a:spcBef>
                <a:spcPts val="500"/>
              </a:spcBef>
              <a:spcAft>
                <a:spcPts val="0"/>
              </a:spcAft>
              <a:buClr>
                <a:schemeClr val="dk1"/>
              </a:buClr>
              <a:buSzPts val="3520"/>
              <a:buNone/>
              <a:defRPr b="0" sz="4400" cap="none">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39"/>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9"/>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
        <p:nvSpPr>
          <p:cNvPr id="166" name="Google Shape;166;p39"/>
          <p:cNvSpPr/>
          <p:nvPr/>
        </p:nvSpPr>
        <p:spPr>
          <a:xfrm rot="-5400000">
            <a:off x="3057205" y="-1430380"/>
            <a:ext cx="6077590" cy="10510705"/>
          </a:xfrm>
          <a:custGeom>
            <a:rect b="b" l="l" r="r" t="t"/>
            <a:pathLst>
              <a:path extrusionOk="0" h="5429563" w="3139529">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spTree>
      <p:nvGrpSpPr>
        <p:cNvPr id="167" name="Shape 167"/>
        <p:cNvGrpSpPr/>
        <p:nvPr/>
      </p:nvGrpSpPr>
      <p:grpSpPr>
        <a:xfrm>
          <a:off x="0" y="0"/>
          <a:ext cx="0" cy="0"/>
          <a:chOff x="0" y="0"/>
          <a:chExt cx="0" cy="0"/>
        </a:xfrm>
      </p:grpSpPr>
      <p:sp>
        <p:nvSpPr>
          <p:cNvPr id="168" name="Google Shape;168;p40"/>
          <p:cNvSpPr txBox="1"/>
          <p:nvPr>
            <p:ph type="title"/>
          </p:nvPr>
        </p:nvSpPr>
        <p:spPr>
          <a:xfrm>
            <a:off x="2940168" y="5669280"/>
            <a:ext cx="6311664" cy="466344"/>
          </a:xfrm>
          <a:prstGeom prst="rect">
            <a:avLst/>
          </a:prstGeom>
          <a:noFill/>
          <a:ln>
            <a:noFill/>
          </a:ln>
        </p:spPr>
        <p:txBody>
          <a:bodyPr anchorCtr="0" anchor="ctr" bIns="45700" lIns="91425" spcFirstLastPara="1" rIns="91425" wrap="square" tIns="45700">
            <a:normAutofit/>
          </a:bodyPr>
          <a:lstStyle>
            <a:lvl1pPr lvl="0" algn="ctr">
              <a:lnSpc>
                <a:spcPct val="110000"/>
              </a:lnSpc>
              <a:spcBef>
                <a:spcPts val="1000"/>
              </a:spcBef>
              <a:spcAft>
                <a:spcPts val="0"/>
              </a:spcAft>
              <a:buClr>
                <a:schemeClr val="dk1"/>
              </a:buClr>
              <a:buSzPts val="1800"/>
              <a:buFont typeface="Sorts Mill Goudy"/>
              <a:buNone/>
              <a:defRPr sz="1800" cap="none">
                <a:latin typeface="Sorts Mill Goudy"/>
                <a:ea typeface="Sorts Mill Goudy"/>
                <a:cs typeface="Sorts Mill Goudy"/>
                <a:sym typeface="Sorts Mill Goud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40"/>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40"/>
          <p:cNvSpPr txBox="1"/>
          <p:nvPr>
            <p:ph idx="1" type="body"/>
          </p:nvPr>
        </p:nvSpPr>
        <p:spPr>
          <a:xfrm>
            <a:off x="2597135" y="1744578"/>
            <a:ext cx="6997730" cy="3507906"/>
          </a:xfrm>
          <a:prstGeom prst="rect">
            <a:avLst/>
          </a:prstGeom>
          <a:noFill/>
          <a:ln>
            <a:noFill/>
          </a:ln>
        </p:spPr>
        <p:txBody>
          <a:bodyPr anchorCtr="0" anchor="b"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4800"/>
              <a:buNone/>
              <a:defRPr sz="6000" cap="none">
                <a:latin typeface="Sorts Mill Goudy"/>
                <a:ea typeface="Sorts Mill Goudy"/>
                <a:cs typeface="Sorts Mill Goudy"/>
                <a:sym typeface="Sorts Mill Goudy"/>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40"/>
          <p:cNvSpPr/>
          <p:nvPr/>
        </p:nvSpPr>
        <p:spPr>
          <a:xfrm rot="-5400000">
            <a:off x="2811380" y="-1681974"/>
            <a:ext cx="6569242" cy="10510705"/>
          </a:xfrm>
          <a:custGeom>
            <a:rect b="b" l="l" r="r" t="t"/>
            <a:pathLst>
              <a:path extrusionOk="0" h="5429563" w="3139529">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172" name="Google Shape;172;p40"/>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40"/>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p:cSld name="Dos objetos">
    <p:spTree>
      <p:nvGrpSpPr>
        <p:cNvPr id="174" name="Shape 174"/>
        <p:cNvGrpSpPr/>
        <p:nvPr/>
      </p:nvGrpSpPr>
      <p:grpSpPr>
        <a:xfrm>
          <a:off x="0" y="0"/>
          <a:ext cx="0" cy="0"/>
          <a:chOff x="0" y="0"/>
          <a:chExt cx="0" cy="0"/>
        </a:xfrm>
      </p:grpSpPr>
      <p:sp>
        <p:nvSpPr>
          <p:cNvPr id="175" name="Google Shape;175;p41"/>
          <p:cNvSpPr txBox="1"/>
          <p:nvPr>
            <p:ph type="title"/>
          </p:nvPr>
        </p:nvSpPr>
        <p:spPr>
          <a:xfrm>
            <a:off x="731520" y="365760"/>
            <a:ext cx="10741152" cy="113225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41"/>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41"/>
          <p:cNvSpPr txBox="1"/>
          <p:nvPr>
            <p:ph idx="1" type="body"/>
          </p:nvPr>
        </p:nvSpPr>
        <p:spPr>
          <a:xfrm>
            <a:off x="731838" y="2103438"/>
            <a:ext cx="5181600" cy="435133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41"/>
          <p:cNvSpPr txBox="1"/>
          <p:nvPr>
            <p:ph idx="2" type="body"/>
          </p:nvPr>
        </p:nvSpPr>
        <p:spPr>
          <a:xfrm>
            <a:off x="6284947" y="2103121"/>
            <a:ext cx="5181600" cy="435133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41"/>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1"/>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181" name="Shape 181"/>
        <p:cNvGrpSpPr/>
        <p:nvPr/>
      </p:nvGrpSpPr>
      <p:grpSpPr>
        <a:xfrm>
          <a:off x="0" y="0"/>
          <a:ext cx="0" cy="0"/>
          <a:chOff x="0" y="0"/>
          <a:chExt cx="0" cy="0"/>
        </a:xfrm>
      </p:grpSpPr>
      <p:sp>
        <p:nvSpPr>
          <p:cNvPr id="182" name="Google Shape;182;p42"/>
          <p:cNvSpPr txBox="1"/>
          <p:nvPr>
            <p:ph type="title"/>
          </p:nvPr>
        </p:nvSpPr>
        <p:spPr>
          <a:xfrm>
            <a:off x="731520" y="365760"/>
            <a:ext cx="10741152" cy="113225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42"/>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2"/>
          <p:cNvSpPr txBox="1"/>
          <p:nvPr>
            <p:ph idx="1" type="body"/>
          </p:nvPr>
        </p:nvSpPr>
        <p:spPr>
          <a:xfrm>
            <a:off x="731520" y="2103120"/>
            <a:ext cx="5157787"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sz="2000" cap="none">
                <a:solidFill>
                  <a:schemeClr val="dk1"/>
                </a:solidFill>
              </a:defRPr>
            </a:lvl1pPr>
            <a:lvl2pPr indent="-228600" lvl="1" marL="914400" algn="l">
              <a:lnSpc>
                <a:spcPct val="110000"/>
              </a:lnSpc>
              <a:spcBef>
                <a:spcPts val="500"/>
              </a:spcBef>
              <a:spcAft>
                <a:spcPts val="0"/>
              </a:spcAft>
              <a:buClr>
                <a:schemeClr val="dk1"/>
              </a:buClr>
              <a:buSzPts val="1600"/>
              <a:buNone/>
              <a:defRPr b="1" sz="2000"/>
            </a:lvl2pPr>
            <a:lvl3pPr indent="-228600" lvl="2" marL="1371600" algn="l">
              <a:lnSpc>
                <a:spcPct val="110000"/>
              </a:lnSpc>
              <a:spcBef>
                <a:spcPts val="500"/>
              </a:spcBef>
              <a:spcAft>
                <a:spcPts val="0"/>
              </a:spcAft>
              <a:buClr>
                <a:schemeClr val="dk1"/>
              </a:buClr>
              <a:buSzPts val="1440"/>
              <a:buNone/>
              <a:defRPr b="1" sz="1800"/>
            </a:lvl3pPr>
            <a:lvl4pPr indent="-228600" lvl="3" marL="1828800" algn="l">
              <a:lnSpc>
                <a:spcPct val="110000"/>
              </a:lnSpc>
              <a:spcBef>
                <a:spcPts val="500"/>
              </a:spcBef>
              <a:spcAft>
                <a:spcPts val="0"/>
              </a:spcAft>
              <a:buClr>
                <a:schemeClr val="dk1"/>
              </a:buClr>
              <a:buSzPts val="1280"/>
              <a:buNone/>
              <a:defRPr b="1" sz="1600"/>
            </a:lvl4pPr>
            <a:lvl5pPr indent="-228600" lvl="4" marL="2286000" algn="l">
              <a:lnSpc>
                <a:spcPct val="110000"/>
              </a:lnSpc>
              <a:spcBef>
                <a:spcPts val="500"/>
              </a:spcBef>
              <a:spcAft>
                <a:spcPts val="0"/>
              </a:spcAft>
              <a:buClr>
                <a:schemeClr val="dk1"/>
              </a:buClr>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5" name="Google Shape;185;p42"/>
          <p:cNvSpPr txBox="1"/>
          <p:nvPr>
            <p:ph idx="2" type="body"/>
          </p:nvPr>
        </p:nvSpPr>
        <p:spPr>
          <a:xfrm>
            <a:off x="731838" y="2743200"/>
            <a:ext cx="5157187" cy="376396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42"/>
          <p:cNvSpPr txBox="1"/>
          <p:nvPr>
            <p:ph idx="3" type="body"/>
          </p:nvPr>
        </p:nvSpPr>
        <p:spPr>
          <a:xfrm>
            <a:off x="6309360" y="2103120"/>
            <a:ext cx="5183188"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sz="2000" cap="none">
                <a:solidFill>
                  <a:schemeClr val="dk1"/>
                </a:solidFill>
              </a:defRPr>
            </a:lvl1pPr>
            <a:lvl2pPr indent="-228600" lvl="1" marL="914400" algn="l">
              <a:lnSpc>
                <a:spcPct val="110000"/>
              </a:lnSpc>
              <a:spcBef>
                <a:spcPts val="500"/>
              </a:spcBef>
              <a:spcAft>
                <a:spcPts val="0"/>
              </a:spcAft>
              <a:buClr>
                <a:schemeClr val="dk1"/>
              </a:buClr>
              <a:buSzPts val="1600"/>
              <a:buNone/>
              <a:defRPr b="1" sz="2000"/>
            </a:lvl2pPr>
            <a:lvl3pPr indent="-228600" lvl="2" marL="1371600" algn="l">
              <a:lnSpc>
                <a:spcPct val="110000"/>
              </a:lnSpc>
              <a:spcBef>
                <a:spcPts val="500"/>
              </a:spcBef>
              <a:spcAft>
                <a:spcPts val="0"/>
              </a:spcAft>
              <a:buClr>
                <a:schemeClr val="dk1"/>
              </a:buClr>
              <a:buSzPts val="1440"/>
              <a:buNone/>
              <a:defRPr b="1" sz="1800"/>
            </a:lvl3pPr>
            <a:lvl4pPr indent="-228600" lvl="3" marL="1828800" algn="l">
              <a:lnSpc>
                <a:spcPct val="110000"/>
              </a:lnSpc>
              <a:spcBef>
                <a:spcPts val="500"/>
              </a:spcBef>
              <a:spcAft>
                <a:spcPts val="0"/>
              </a:spcAft>
              <a:buClr>
                <a:schemeClr val="dk1"/>
              </a:buClr>
              <a:buSzPts val="1280"/>
              <a:buNone/>
              <a:defRPr b="1" sz="1600"/>
            </a:lvl4pPr>
            <a:lvl5pPr indent="-228600" lvl="4" marL="2286000" algn="l">
              <a:lnSpc>
                <a:spcPct val="110000"/>
              </a:lnSpc>
              <a:spcBef>
                <a:spcPts val="500"/>
              </a:spcBef>
              <a:spcAft>
                <a:spcPts val="0"/>
              </a:spcAft>
              <a:buClr>
                <a:schemeClr val="dk1"/>
              </a:buClr>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7" name="Google Shape;187;p42"/>
          <p:cNvSpPr txBox="1"/>
          <p:nvPr>
            <p:ph idx="4" type="body"/>
          </p:nvPr>
        </p:nvSpPr>
        <p:spPr>
          <a:xfrm>
            <a:off x="6309361" y="2743200"/>
            <a:ext cx="5183188" cy="376396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lvl1pPr>
            <a:lvl2pPr indent="-320040" lvl="1" marL="914400" algn="l">
              <a:lnSpc>
                <a:spcPct val="110000"/>
              </a:lnSpc>
              <a:spcBef>
                <a:spcPts val="500"/>
              </a:spcBef>
              <a:spcAft>
                <a:spcPts val="0"/>
              </a:spcAft>
              <a:buClr>
                <a:schemeClr val="dk1"/>
              </a:buClr>
              <a:buSzPts val="1440"/>
              <a:buChar char="–"/>
              <a:defRPr/>
            </a:lvl2pPr>
            <a:lvl3pPr indent="-320040" lvl="2" marL="1371600" algn="l">
              <a:lnSpc>
                <a:spcPct val="110000"/>
              </a:lnSpc>
              <a:spcBef>
                <a:spcPts val="500"/>
              </a:spcBef>
              <a:spcAft>
                <a:spcPts val="0"/>
              </a:spcAft>
              <a:buClr>
                <a:schemeClr val="dk1"/>
              </a:buClr>
              <a:buSzPts val="1440"/>
              <a:buChar char="•"/>
              <a:defRPr/>
            </a:lvl3pPr>
            <a:lvl4pPr indent="-320040" lvl="3" marL="1828800" algn="l">
              <a:lnSpc>
                <a:spcPct val="110000"/>
              </a:lnSpc>
              <a:spcBef>
                <a:spcPts val="500"/>
              </a:spcBef>
              <a:spcAft>
                <a:spcPts val="0"/>
              </a:spcAft>
              <a:buClr>
                <a:schemeClr val="dk1"/>
              </a:buClr>
              <a:buSzPts val="1440"/>
              <a:buChar char="–"/>
              <a:defRPr/>
            </a:lvl4pPr>
            <a:lvl5pPr indent="-320040" lvl="4" marL="2286000" algn="l">
              <a:lnSpc>
                <a:spcPct val="110000"/>
              </a:lnSpc>
              <a:spcBef>
                <a:spcPts val="500"/>
              </a:spcBef>
              <a:spcAft>
                <a:spcPts val="0"/>
              </a:spcAft>
              <a:buClr>
                <a:schemeClr val="dk1"/>
              </a:buClr>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42"/>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42"/>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cSld name="Title Only ">
    <p:spTree>
      <p:nvGrpSpPr>
        <p:cNvPr id="190" name="Shape 190"/>
        <p:cNvGrpSpPr/>
        <p:nvPr/>
      </p:nvGrpSpPr>
      <p:grpSpPr>
        <a:xfrm>
          <a:off x="0" y="0"/>
          <a:ext cx="0" cy="0"/>
          <a:chOff x="0" y="0"/>
          <a:chExt cx="0" cy="0"/>
        </a:xfrm>
      </p:grpSpPr>
      <p:sp>
        <p:nvSpPr>
          <p:cNvPr id="191" name="Google Shape;191;p43"/>
          <p:cNvSpPr txBox="1"/>
          <p:nvPr>
            <p:ph type="title"/>
          </p:nvPr>
        </p:nvSpPr>
        <p:spPr>
          <a:xfrm>
            <a:off x="731520" y="365760"/>
            <a:ext cx="10741152" cy="113225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43"/>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43"/>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3"/>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showMasterSp="0">
  <p:cSld name="Conclusion">
    <p:spTree>
      <p:nvGrpSpPr>
        <p:cNvPr id="195" name="Shape 195"/>
        <p:cNvGrpSpPr/>
        <p:nvPr/>
      </p:nvGrpSpPr>
      <p:grpSpPr>
        <a:xfrm>
          <a:off x="0" y="0"/>
          <a:ext cx="0" cy="0"/>
          <a:chOff x="0" y="0"/>
          <a:chExt cx="0" cy="0"/>
        </a:xfrm>
      </p:grpSpPr>
      <p:sp>
        <p:nvSpPr>
          <p:cNvPr id="196" name="Google Shape;196;p44"/>
          <p:cNvSpPr txBox="1"/>
          <p:nvPr>
            <p:ph type="title"/>
          </p:nvPr>
        </p:nvSpPr>
        <p:spPr>
          <a:xfrm>
            <a:off x="841248" y="457200"/>
            <a:ext cx="7342307" cy="113385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4"/>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44"/>
          <p:cNvSpPr txBox="1"/>
          <p:nvPr>
            <p:ph idx="1" type="body"/>
          </p:nvPr>
        </p:nvSpPr>
        <p:spPr>
          <a:xfrm>
            <a:off x="841248" y="2624328"/>
            <a:ext cx="10424160" cy="32004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228600" lvl="1" marL="914400" algn="l">
              <a:lnSpc>
                <a:spcPct val="110000"/>
              </a:lnSpc>
              <a:spcBef>
                <a:spcPts val="500"/>
              </a:spcBef>
              <a:spcAft>
                <a:spcPts val="0"/>
              </a:spcAft>
              <a:buClr>
                <a:schemeClr val="dk1"/>
              </a:buClr>
              <a:buSzPts val="1280"/>
              <a:buNone/>
              <a:defRPr>
                <a:solidFill>
                  <a:schemeClr val="dk1"/>
                </a:solidFill>
              </a:defRPr>
            </a:lvl2pPr>
            <a:lvl3pPr indent="-228600" lvl="2" marL="1371600" algn="l">
              <a:lnSpc>
                <a:spcPct val="110000"/>
              </a:lnSpc>
              <a:spcBef>
                <a:spcPts val="500"/>
              </a:spcBef>
              <a:spcAft>
                <a:spcPts val="0"/>
              </a:spcAft>
              <a:buClr>
                <a:schemeClr val="dk1"/>
              </a:buClr>
              <a:buSzPts val="1120"/>
              <a:buNone/>
              <a:defRPr>
                <a:solidFill>
                  <a:schemeClr val="dk1"/>
                </a:solidFill>
              </a:defRPr>
            </a:lvl3pPr>
            <a:lvl4pPr indent="-228600" lvl="3" marL="1828800" algn="l">
              <a:lnSpc>
                <a:spcPct val="110000"/>
              </a:lnSpc>
              <a:spcBef>
                <a:spcPts val="500"/>
              </a:spcBef>
              <a:spcAft>
                <a:spcPts val="0"/>
              </a:spcAft>
              <a:buClr>
                <a:schemeClr val="dk1"/>
              </a:buClr>
              <a:buSzPts val="1120"/>
              <a:buNone/>
              <a:defRPr>
                <a:solidFill>
                  <a:schemeClr val="dk1"/>
                </a:solidFill>
              </a:defRPr>
            </a:lvl4pPr>
            <a:lvl5pPr indent="-228600" lvl="4" marL="2286000" algn="l">
              <a:lnSpc>
                <a:spcPct val="110000"/>
              </a:lnSpc>
              <a:spcBef>
                <a:spcPts val="500"/>
              </a:spcBef>
              <a:spcAft>
                <a:spcPts val="0"/>
              </a:spcAft>
              <a:buClr>
                <a:schemeClr val="dk1"/>
              </a:buClr>
              <a:buSzPts val="112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44"/>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4"/>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p:cSld name="Conclusion 2">
    <p:spTree>
      <p:nvGrpSpPr>
        <p:cNvPr id="201" name="Shape 201"/>
        <p:cNvGrpSpPr/>
        <p:nvPr/>
      </p:nvGrpSpPr>
      <p:grpSpPr>
        <a:xfrm>
          <a:off x="0" y="0"/>
          <a:ext cx="0" cy="0"/>
          <a:chOff x="0" y="0"/>
          <a:chExt cx="0" cy="0"/>
        </a:xfrm>
      </p:grpSpPr>
      <p:sp>
        <p:nvSpPr>
          <p:cNvPr id="202" name="Google Shape;202;p45"/>
          <p:cNvSpPr txBox="1"/>
          <p:nvPr>
            <p:ph type="title"/>
          </p:nvPr>
        </p:nvSpPr>
        <p:spPr>
          <a:xfrm>
            <a:off x="731520" y="365760"/>
            <a:ext cx="10741152" cy="113225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45"/>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45"/>
          <p:cNvSpPr txBox="1"/>
          <p:nvPr>
            <p:ph idx="1" type="body"/>
          </p:nvPr>
        </p:nvSpPr>
        <p:spPr>
          <a:xfrm>
            <a:off x="731520" y="2301836"/>
            <a:ext cx="10741150" cy="3921165"/>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440"/>
              <a:buNone/>
              <a:defRPr>
                <a:solidFill>
                  <a:schemeClr val="dk1"/>
                </a:solidFill>
              </a:defRPr>
            </a:lvl1pPr>
            <a:lvl2pPr indent="-228600" lvl="1" marL="914400" algn="l">
              <a:lnSpc>
                <a:spcPct val="110000"/>
              </a:lnSpc>
              <a:spcBef>
                <a:spcPts val="500"/>
              </a:spcBef>
              <a:spcAft>
                <a:spcPts val="0"/>
              </a:spcAft>
              <a:buClr>
                <a:schemeClr val="dk1"/>
              </a:buClr>
              <a:buSzPts val="1280"/>
              <a:buNone/>
              <a:defRPr>
                <a:solidFill>
                  <a:schemeClr val="dk1"/>
                </a:solidFill>
              </a:defRPr>
            </a:lvl2pPr>
            <a:lvl3pPr indent="-228600" lvl="2" marL="1371600" algn="l">
              <a:lnSpc>
                <a:spcPct val="110000"/>
              </a:lnSpc>
              <a:spcBef>
                <a:spcPts val="500"/>
              </a:spcBef>
              <a:spcAft>
                <a:spcPts val="0"/>
              </a:spcAft>
              <a:buClr>
                <a:schemeClr val="dk1"/>
              </a:buClr>
              <a:buSzPts val="1120"/>
              <a:buNone/>
              <a:defRPr>
                <a:solidFill>
                  <a:schemeClr val="dk1"/>
                </a:solidFill>
              </a:defRPr>
            </a:lvl3pPr>
            <a:lvl4pPr indent="-228600" lvl="3" marL="1828800" algn="l">
              <a:lnSpc>
                <a:spcPct val="110000"/>
              </a:lnSpc>
              <a:spcBef>
                <a:spcPts val="500"/>
              </a:spcBef>
              <a:spcAft>
                <a:spcPts val="0"/>
              </a:spcAft>
              <a:buClr>
                <a:schemeClr val="dk1"/>
              </a:buClr>
              <a:buSzPts val="1120"/>
              <a:buNone/>
              <a:defRPr>
                <a:solidFill>
                  <a:schemeClr val="dk1"/>
                </a:solidFill>
              </a:defRPr>
            </a:lvl4pPr>
            <a:lvl5pPr indent="-228600" lvl="4" marL="2286000" algn="l">
              <a:lnSpc>
                <a:spcPct val="110000"/>
              </a:lnSpc>
              <a:spcBef>
                <a:spcPts val="500"/>
              </a:spcBef>
              <a:spcAft>
                <a:spcPts val="0"/>
              </a:spcAft>
              <a:buClr>
                <a:schemeClr val="dk1"/>
              </a:buClr>
              <a:buSzPts val="112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45"/>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5"/>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Sorts Mill Goudy"/>
                <a:ea typeface="Sorts Mill Goudy"/>
                <a:cs typeface="Sorts Mill Goudy"/>
                <a:sym typeface="Sorts Mill Goudy"/>
              </a:defRPr>
            </a:lvl1pPr>
            <a:lvl2pPr indent="0" lvl="1" marL="0" algn="ctr">
              <a:spcBef>
                <a:spcPts val="0"/>
              </a:spcBef>
              <a:buNone/>
              <a:defRPr sz="1000">
                <a:solidFill>
                  <a:schemeClr val="dk1"/>
                </a:solidFill>
                <a:latin typeface="Sorts Mill Goudy"/>
                <a:ea typeface="Sorts Mill Goudy"/>
                <a:cs typeface="Sorts Mill Goudy"/>
                <a:sym typeface="Sorts Mill Goudy"/>
              </a:defRPr>
            </a:lvl2pPr>
            <a:lvl3pPr indent="0" lvl="2" marL="0" algn="ctr">
              <a:spcBef>
                <a:spcPts val="0"/>
              </a:spcBef>
              <a:buNone/>
              <a:defRPr sz="1000">
                <a:solidFill>
                  <a:schemeClr val="dk1"/>
                </a:solidFill>
                <a:latin typeface="Sorts Mill Goudy"/>
                <a:ea typeface="Sorts Mill Goudy"/>
                <a:cs typeface="Sorts Mill Goudy"/>
                <a:sym typeface="Sorts Mill Goudy"/>
              </a:defRPr>
            </a:lvl3pPr>
            <a:lvl4pPr indent="0" lvl="3" marL="0" algn="ctr">
              <a:spcBef>
                <a:spcPts val="0"/>
              </a:spcBef>
              <a:buNone/>
              <a:defRPr sz="1000">
                <a:solidFill>
                  <a:schemeClr val="dk1"/>
                </a:solidFill>
                <a:latin typeface="Sorts Mill Goudy"/>
                <a:ea typeface="Sorts Mill Goudy"/>
                <a:cs typeface="Sorts Mill Goudy"/>
                <a:sym typeface="Sorts Mill Goudy"/>
              </a:defRPr>
            </a:lvl4pPr>
            <a:lvl5pPr indent="0" lvl="4" marL="0" algn="ctr">
              <a:spcBef>
                <a:spcPts val="0"/>
              </a:spcBef>
              <a:buNone/>
              <a:defRPr sz="1000">
                <a:solidFill>
                  <a:schemeClr val="dk1"/>
                </a:solidFill>
                <a:latin typeface="Sorts Mill Goudy"/>
                <a:ea typeface="Sorts Mill Goudy"/>
                <a:cs typeface="Sorts Mill Goudy"/>
                <a:sym typeface="Sorts Mill Goudy"/>
              </a:defRPr>
            </a:lvl5pPr>
            <a:lvl6pPr indent="0" lvl="5" marL="0" algn="ctr">
              <a:spcBef>
                <a:spcPts val="0"/>
              </a:spcBef>
              <a:buNone/>
              <a:defRPr sz="1000">
                <a:solidFill>
                  <a:schemeClr val="dk1"/>
                </a:solidFill>
                <a:latin typeface="Sorts Mill Goudy"/>
                <a:ea typeface="Sorts Mill Goudy"/>
                <a:cs typeface="Sorts Mill Goudy"/>
                <a:sym typeface="Sorts Mill Goudy"/>
              </a:defRPr>
            </a:lvl6pPr>
            <a:lvl7pPr indent="0" lvl="6" marL="0" algn="ctr">
              <a:spcBef>
                <a:spcPts val="0"/>
              </a:spcBef>
              <a:buNone/>
              <a:defRPr sz="1000">
                <a:solidFill>
                  <a:schemeClr val="dk1"/>
                </a:solidFill>
                <a:latin typeface="Sorts Mill Goudy"/>
                <a:ea typeface="Sorts Mill Goudy"/>
                <a:cs typeface="Sorts Mill Goudy"/>
                <a:sym typeface="Sorts Mill Goudy"/>
              </a:defRPr>
            </a:lvl7pPr>
            <a:lvl8pPr indent="0" lvl="7" marL="0" algn="ctr">
              <a:spcBef>
                <a:spcPts val="0"/>
              </a:spcBef>
              <a:buNone/>
              <a:defRPr sz="1000">
                <a:solidFill>
                  <a:schemeClr val="dk1"/>
                </a:solidFill>
                <a:latin typeface="Sorts Mill Goudy"/>
                <a:ea typeface="Sorts Mill Goudy"/>
                <a:cs typeface="Sorts Mill Goudy"/>
                <a:sym typeface="Sorts Mill Goudy"/>
              </a:defRPr>
            </a:lvl8pPr>
            <a:lvl9pPr indent="0" lvl="8" mar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838200" y="584990"/>
            <a:ext cx="10515600" cy="111681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idx="11" type="ftr"/>
          </p:nvPr>
        </p:nvSpPr>
        <p:spPr>
          <a:xfrm flipH="1" rot="-5400000">
            <a:off x="-1131161" y="1592957"/>
            <a:ext cx="297352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1"/>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2" name="Google Shape;12;p18"/>
          <p:cNvSpPr txBox="1"/>
          <p:nvPr>
            <p:ph idx="1" type="body"/>
          </p:nvPr>
        </p:nvSpPr>
        <p:spPr>
          <a:xfrm>
            <a:off x="838200" y="2061469"/>
            <a:ext cx="10515600" cy="4114801"/>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dk1"/>
              </a:buClr>
              <a:buSzPts val="1440"/>
              <a:buFont typeface="Arial"/>
              <a:buNone/>
              <a:defRPr b="0" i="0" sz="1800" u="none" cap="none" strike="noStrike">
                <a:solidFill>
                  <a:schemeClr val="dk1"/>
                </a:solidFill>
                <a:latin typeface="Sorts Mill Goudy"/>
                <a:ea typeface="Sorts Mill Goudy"/>
                <a:cs typeface="Sorts Mill Goudy"/>
                <a:sym typeface="Sorts Mill Goudy"/>
              </a:defRPr>
            </a:lvl1pPr>
            <a:lvl2pPr indent="-309880" lvl="1" marL="914400" marR="0" rtl="0" algn="l">
              <a:lnSpc>
                <a:spcPct val="110000"/>
              </a:lnSpc>
              <a:spcBef>
                <a:spcPts val="500"/>
              </a:spcBef>
              <a:spcAft>
                <a:spcPts val="0"/>
              </a:spcAft>
              <a:buClr>
                <a:schemeClr val="dk1"/>
              </a:buClr>
              <a:buSzPts val="1280"/>
              <a:buFont typeface="Sorts Mill Goudy"/>
              <a:buChar char="–"/>
              <a:defRPr b="0" i="1" sz="1600" u="none" cap="none" strike="noStrike">
                <a:solidFill>
                  <a:schemeClr val="dk1"/>
                </a:solidFill>
                <a:latin typeface="Sorts Mill Goudy"/>
                <a:ea typeface="Sorts Mill Goudy"/>
                <a:cs typeface="Sorts Mill Goudy"/>
                <a:sym typeface="Sorts Mill Goudy"/>
              </a:defRPr>
            </a:lvl2pPr>
            <a:lvl3pPr indent="-299720" lvl="2" marL="1371600" marR="0" rtl="0" algn="l">
              <a:lnSpc>
                <a:spcPct val="110000"/>
              </a:lnSpc>
              <a:spcBef>
                <a:spcPts val="500"/>
              </a:spcBef>
              <a:spcAft>
                <a:spcPts val="0"/>
              </a:spcAft>
              <a:buClr>
                <a:schemeClr val="dk1"/>
              </a:buClr>
              <a:buSzPts val="1120"/>
              <a:buFont typeface="Arial"/>
              <a:buChar char="•"/>
              <a:defRPr b="0" i="0" sz="1400" u="none" cap="none" strike="noStrike">
                <a:solidFill>
                  <a:schemeClr val="dk1"/>
                </a:solidFill>
                <a:latin typeface="Sorts Mill Goudy"/>
                <a:ea typeface="Sorts Mill Goudy"/>
                <a:cs typeface="Sorts Mill Goudy"/>
                <a:sym typeface="Sorts Mill Goudy"/>
              </a:defRPr>
            </a:lvl3pPr>
            <a:lvl4pPr indent="-299720" lvl="3" marL="1828800" marR="0" rtl="0" algn="l">
              <a:lnSpc>
                <a:spcPct val="110000"/>
              </a:lnSpc>
              <a:spcBef>
                <a:spcPts val="500"/>
              </a:spcBef>
              <a:spcAft>
                <a:spcPts val="0"/>
              </a:spcAft>
              <a:buClr>
                <a:schemeClr val="dk1"/>
              </a:buClr>
              <a:buSzPts val="1120"/>
              <a:buFont typeface="Sorts Mill Goudy"/>
              <a:buChar char="–"/>
              <a:defRPr b="0" i="1" sz="1400" u="none" cap="none" strike="noStrike">
                <a:solidFill>
                  <a:schemeClr val="dk1"/>
                </a:solidFill>
                <a:latin typeface="Sorts Mill Goudy"/>
                <a:ea typeface="Sorts Mill Goudy"/>
                <a:cs typeface="Sorts Mill Goudy"/>
                <a:sym typeface="Sorts Mill Goudy"/>
              </a:defRPr>
            </a:lvl4pPr>
            <a:lvl5pPr indent="-299720" lvl="4" marL="2286000" marR="0" rtl="0" algn="l">
              <a:lnSpc>
                <a:spcPct val="110000"/>
              </a:lnSpc>
              <a:spcBef>
                <a:spcPts val="500"/>
              </a:spcBef>
              <a:spcAft>
                <a:spcPts val="0"/>
              </a:spcAft>
              <a:buClr>
                <a:schemeClr val="dk1"/>
              </a:buClr>
              <a:buSzPts val="1120"/>
              <a:buFont typeface="Arial"/>
              <a:buChar char="•"/>
              <a:defRPr b="0" i="0" sz="1400" u="none" cap="none" strike="noStrike">
                <a:solidFill>
                  <a:schemeClr val="dk1"/>
                </a:solidFill>
                <a:latin typeface="Sorts Mill Goudy"/>
                <a:ea typeface="Sorts Mill Goudy"/>
                <a:cs typeface="Sorts Mill Goudy"/>
                <a:sym typeface="Sorts Mill Goud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Sorts Mill Goudy"/>
                <a:ea typeface="Sorts Mill Goudy"/>
                <a:cs typeface="Sorts Mill Goudy"/>
                <a:sym typeface="Sorts Mill Goudy"/>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Sorts Mill Goudy"/>
                <a:ea typeface="Sorts Mill Goudy"/>
                <a:cs typeface="Sorts Mill Goudy"/>
                <a:sym typeface="Sorts Mill Goudy"/>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Sorts Mill Goudy"/>
                <a:ea typeface="Sorts Mill Goudy"/>
                <a:cs typeface="Sorts Mill Goudy"/>
                <a:sym typeface="Sorts Mill Goudy"/>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Sorts Mill Goudy"/>
                <a:ea typeface="Sorts Mill Goudy"/>
                <a:cs typeface="Sorts Mill Goudy"/>
                <a:sym typeface="Sorts Mill Goudy"/>
              </a:defRPr>
            </a:lvl9pPr>
          </a:lstStyle>
          <a:p/>
        </p:txBody>
      </p:sp>
      <p:sp>
        <p:nvSpPr>
          <p:cNvPr id="13" name="Google Shape;13;p18"/>
          <p:cNvSpPr txBox="1"/>
          <p:nvPr>
            <p:ph idx="10" type="dt"/>
          </p:nvPr>
        </p:nvSpPr>
        <p:spPr>
          <a:xfrm rot="5400000">
            <a:off x="10425981" y="4687095"/>
            <a:ext cx="270669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1"/>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dk1"/>
                </a:solidFill>
                <a:latin typeface="Sorts Mill Goudy"/>
                <a:ea typeface="Sorts Mill Goudy"/>
                <a:cs typeface="Sorts Mill Goudy"/>
                <a:sym typeface="Sorts Mill Goudy"/>
              </a:defRPr>
            </a:lvl9pPr>
          </a:lstStyle>
          <a:p/>
        </p:txBody>
      </p:sp>
      <p:sp>
        <p:nvSpPr>
          <p:cNvPr id="14" name="Google Shape;14;p18"/>
          <p:cNvSpPr txBox="1"/>
          <p:nvPr>
            <p:ph idx="12" type="sldNum"/>
          </p:nvPr>
        </p:nvSpPr>
        <p:spPr>
          <a:xfrm>
            <a:off x="11512296" y="6356350"/>
            <a:ext cx="574620"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sz="1000">
                <a:solidFill>
                  <a:schemeClr val="dk1"/>
                </a:solidFill>
                <a:latin typeface="Sorts Mill Goudy"/>
                <a:ea typeface="Sorts Mill Goudy"/>
                <a:cs typeface="Sorts Mill Goudy"/>
                <a:sym typeface="Sorts Mill Goudy"/>
              </a:defRPr>
            </a:lvl1pPr>
            <a:lvl2pPr indent="0" lvl="1" marL="0" marR="0" rtl="0" algn="ctr">
              <a:spcBef>
                <a:spcPts val="0"/>
              </a:spcBef>
              <a:buNone/>
              <a:defRPr sz="1000">
                <a:solidFill>
                  <a:schemeClr val="dk1"/>
                </a:solidFill>
                <a:latin typeface="Sorts Mill Goudy"/>
                <a:ea typeface="Sorts Mill Goudy"/>
                <a:cs typeface="Sorts Mill Goudy"/>
                <a:sym typeface="Sorts Mill Goudy"/>
              </a:defRPr>
            </a:lvl2pPr>
            <a:lvl3pPr indent="0" lvl="2" marL="0" marR="0" rtl="0" algn="ctr">
              <a:spcBef>
                <a:spcPts val="0"/>
              </a:spcBef>
              <a:buNone/>
              <a:defRPr sz="1000">
                <a:solidFill>
                  <a:schemeClr val="dk1"/>
                </a:solidFill>
                <a:latin typeface="Sorts Mill Goudy"/>
                <a:ea typeface="Sorts Mill Goudy"/>
                <a:cs typeface="Sorts Mill Goudy"/>
                <a:sym typeface="Sorts Mill Goudy"/>
              </a:defRPr>
            </a:lvl3pPr>
            <a:lvl4pPr indent="0" lvl="3" marL="0" marR="0" rtl="0" algn="ctr">
              <a:spcBef>
                <a:spcPts val="0"/>
              </a:spcBef>
              <a:buNone/>
              <a:defRPr sz="1000">
                <a:solidFill>
                  <a:schemeClr val="dk1"/>
                </a:solidFill>
                <a:latin typeface="Sorts Mill Goudy"/>
                <a:ea typeface="Sorts Mill Goudy"/>
                <a:cs typeface="Sorts Mill Goudy"/>
                <a:sym typeface="Sorts Mill Goudy"/>
              </a:defRPr>
            </a:lvl4pPr>
            <a:lvl5pPr indent="0" lvl="4" marL="0" marR="0" rtl="0" algn="ctr">
              <a:spcBef>
                <a:spcPts val="0"/>
              </a:spcBef>
              <a:buNone/>
              <a:defRPr sz="1000">
                <a:solidFill>
                  <a:schemeClr val="dk1"/>
                </a:solidFill>
                <a:latin typeface="Sorts Mill Goudy"/>
                <a:ea typeface="Sorts Mill Goudy"/>
                <a:cs typeface="Sorts Mill Goudy"/>
                <a:sym typeface="Sorts Mill Goudy"/>
              </a:defRPr>
            </a:lvl5pPr>
            <a:lvl6pPr indent="0" lvl="5" marL="0" marR="0" rtl="0" algn="ctr">
              <a:spcBef>
                <a:spcPts val="0"/>
              </a:spcBef>
              <a:buNone/>
              <a:defRPr sz="1000">
                <a:solidFill>
                  <a:schemeClr val="dk1"/>
                </a:solidFill>
                <a:latin typeface="Sorts Mill Goudy"/>
                <a:ea typeface="Sorts Mill Goudy"/>
                <a:cs typeface="Sorts Mill Goudy"/>
                <a:sym typeface="Sorts Mill Goudy"/>
              </a:defRPr>
            </a:lvl6pPr>
            <a:lvl7pPr indent="0" lvl="6" marL="0" marR="0" rtl="0" algn="ctr">
              <a:spcBef>
                <a:spcPts val="0"/>
              </a:spcBef>
              <a:buNone/>
              <a:defRPr sz="1000">
                <a:solidFill>
                  <a:schemeClr val="dk1"/>
                </a:solidFill>
                <a:latin typeface="Sorts Mill Goudy"/>
                <a:ea typeface="Sorts Mill Goudy"/>
                <a:cs typeface="Sorts Mill Goudy"/>
                <a:sym typeface="Sorts Mill Goudy"/>
              </a:defRPr>
            </a:lvl7pPr>
            <a:lvl8pPr indent="0" lvl="7" marL="0" marR="0" rtl="0" algn="ctr">
              <a:spcBef>
                <a:spcPts val="0"/>
              </a:spcBef>
              <a:buNone/>
              <a:defRPr sz="1000">
                <a:solidFill>
                  <a:schemeClr val="dk1"/>
                </a:solidFill>
                <a:latin typeface="Sorts Mill Goudy"/>
                <a:ea typeface="Sorts Mill Goudy"/>
                <a:cs typeface="Sorts Mill Goudy"/>
                <a:sym typeface="Sorts Mill Goudy"/>
              </a:defRPr>
            </a:lvl8pPr>
            <a:lvl9pPr indent="0" lvl="8" marL="0" marR="0" rtl="0" algn="ctr">
              <a:spcBef>
                <a:spcPts val="0"/>
              </a:spcBef>
              <a:buNone/>
              <a:defRPr sz="1000">
                <a:solidFill>
                  <a:schemeClr val="dk1"/>
                </a:solidFill>
                <a:latin typeface="Sorts Mill Goudy"/>
                <a:ea typeface="Sorts Mill Goudy"/>
                <a:cs typeface="Sorts Mill Goudy"/>
                <a:sym typeface="Sorts Mill Goudy"/>
              </a:defRPr>
            </a:lvl9pPr>
          </a:lstStyle>
          <a:p>
            <a:pPr indent="0" lvl="0" marL="0" rtl="0" algn="ctr">
              <a:spcBef>
                <a:spcPts val="0"/>
              </a:spcBef>
              <a:spcAft>
                <a:spcPts val="0"/>
              </a:spcAft>
              <a:buNone/>
            </a:pPr>
            <a:fld id="{00000000-1234-1234-1234-123412341234}" type="slidenum">
              <a:rPr lang="es-MX"/>
              <a:t>‹#›</a:t>
            </a:fld>
            <a:endParaRPr/>
          </a:p>
        </p:txBody>
      </p:sp>
      <p:cxnSp>
        <p:nvCxnSpPr>
          <p:cNvPr id="15" name="Google Shape;15;p18"/>
          <p:cNvCxnSpPr/>
          <p:nvPr/>
        </p:nvCxnSpPr>
        <p:spPr>
          <a:xfrm rot="10800000">
            <a:off x="4" y="1824111"/>
            <a:ext cx="12191996" cy="0"/>
          </a:xfrm>
          <a:prstGeom prst="straightConnector1">
            <a:avLst/>
          </a:prstGeom>
          <a:noFill/>
          <a:ln cap="flat" cmpd="sng" w="9525">
            <a:solidFill>
              <a:schemeClr val="dk1"/>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83F"/>
        </a:solidFill>
      </p:bgPr>
    </p:bg>
    <p:spTree>
      <p:nvGrpSpPr>
        <p:cNvPr id="211" name="Shape 211"/>
        <p:cNvGrpSpPr/>
        <p:nvPr/>
      </p:nvGrpSpPr>
      <p:grpSpPr>
        <a:xfrm>
          <a:off x="0" y="0"/>
          <a:ext cx="0" cy="0"/>
          <a:chOff x="0" y="0"/>
          <a:chExt cx="0" cy="0"/>
        </a:xfrm>
      </p:grpSpPr>
      <p:sp>
        <p:nvSpPr>
          <p:cNvPr id="212" name="Google Shape;212;p1"/>
          <p:cNvSpPr/>
          <p:nvPr/>
        </p:nvSpPr>
        <p:spPr>
          <a:xfrm>
            <a:off x="0" y="0"/>
            <a:ext cx="171450" cy="6858000"/>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13" name="Google Shape;213;p1"/>
          <p:cNvSpPr/>
          <p:nvPr/>
        </p:nvSpPr>
        <p:spPr>
          <a:xfrm>
            <a:off x="8121725" y="0"/>
            <a:ext cx="4000500" cy="6858000"/>
          </a:xfrm>
          <a:prstGeom prst="rect">
            <a:avLst/>
          </a:prstGeom>
          <a:solidFill>
            <a:srgbClr val="1B40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14" name="Google Shape;214;p1"/>
          <p:cNvSpPr/>
          <p:nvPr/>
        </p:nvSpPr>
        <p:spPr>
          <a:xfrm>
            <a:off x="742950" y="685800"/>
            <a:ext cx="6858000"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E1DA"/>
              </a:buClr>
              <a:buSzPts val="962"/>
              <a:buFont typeface="Sorts Mill Goudy"/>
              <a:buNone/>
            </a:pPr>
            <a:r>
              <a:rPr b="1" lang="es-MX" sz="963">
                <a:solidFill>
                  <a:srgbClr val="B9E1DA"/>
                </a:solidFill>
                <a:latin typeface="Sorts Mill Goudy"/>
                <a:ea typeface="Sorts Mill Goudy"/>
                <a:cs typeface="Sorts Mill Goudy"/>
                <a:sym typeface="Sorts Mill Goudy"/>
              </a:rPr>
              <a:t>PROYECTO APLICADO  /  PL/SQL + JAVA</a:t>
            </a:r>
            <a:endParaRPr/>
          </a:p>
        </p:txBody>
      </p:sp>
      <p:sp>
        <p:nvSpPr>
          <p:cNvPr id="215" name="Google Shape;215;p1"/>
          <p:cNvSpPr/>
          <p:nvPr/>
        </p:nvSpPr>
        <p:spPr>
          <a:xfrm>
            <a:off x="742950" y="1257300"/>
            <a:ext cx="6858000" cy="233362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4125"/>
              <a:buFont typeface="Sorts Mill Goudy"/>
              <a:buNone/>
            </a:pPr>
            <a:r>
              <a:rPr b="1" lang="es-MX" sz="4125">
                <a:solidFill>
                  <a:srgbClr val="FFFFFF"/>
                </a:solidFill>
                <a:latin typeface="Sorts Mill Goudy"/>
                <a:ea typeface="Sorts Mill Goudy"/>
                <a:cs typeface="Sorts Mill Goudy"/>
                <a:sym typeface="Sorts Mill Goudy"/>
              </a:rPr>
              <a:t>Inventario</a:t>
            </a:r>
            <a:endParaRPr/>
          </a:p>
          <a:p>
            <a:pPr indent="0" lvl="0" marL="0" marR="0" rtl="0" algn="l">
              <a:spcBef>
                <a:spcPts val="0"/>
              </a:spcBef>
              <a:spcAft>
                <a:spcPts val="0"/>
              </a:spcAft>
              <a:buClr>
                <a:srgbClr val="FFFFFF"/>
              </a:buClr>
              <a:buSzPts val="4125"/>
              <a:buFont typeface="Sorts Mill Goudy"/>
              <a:buNone/>
            </a:pPr>
            <a:r>
              <a:rPr b="1" lang="es-MX" sz="4125">
                <a:solidFill>
                  <a:srgbClr val="FFFFFF"/>
                </a:solidFill>
                <a:latin typeface="Sorts Mill Goudy"/>
                <a:ea typeface="Sorts Mill Goudy"/>
                <a:cs typeface="Sorts Mill Goudy"/>
                <a:sym typeface="Sorts Mill Goudy"/>
              </a:rPr>
              <a:t>tecnológico</a:t>
            </a:r>
            <a:endParaRPr/>
          </a:p>
          <a:p>
            <a:pPr indent="0" lvl="0" marL="0" marR="0" rtl="0" algn="l">
              <a:spcBef>
                <a:spcPts val="0"/>
              </a:spcBef>
              <a:spcAft>
                <a:spcPts val="0"/>
              </a:spcAft>
              <a:buClr>
                <a:srgbClr val="FFFFFF"/>
              </a:buClr>
              <a:buSzPts val="4125"/>
              <a:buFont typeface="Sorts Mill Goudy"/>
              <a:buNone/>
            </a:pPr>
            <a:r>
              <a:rPr b="1" lang="es-MX" sz="4125">
                <a:solidFill>
                  <a:srgbClr val="FFFFFF"/>
                </a:solidFill>
                <a:latin typeface="Sorts Mill Goudy"/>
                <a:ea typeface="Sorts Mill Goudy"/>
                <a:cs typeface="Sorts Mill Goudy"/>
                <a:sym typeface="Sorts Mill Goudy"/>
              </a:rPr>
              <a:t>bajo control</a:t>
            </a:r>
            <a:endParaRPr/>
          </a:p>
        </p:txBody>
      </p:sp>
      <p:sp>
        <p:nvSpPr>
          <p:cNvPr id="216" name="Google Shape;216;p1"/>
          <p:cNvSpPr/>
          <p:nvPr/>
        </p:nvSpPr>
        <p:spPr>
          <a:xfrm>
            <a:off x="781050" y="3943350"/>
            <a:ext cx="6572250" cy="7429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B9E1DA"/>
              </a:buClr>
              <a:buSzPts val="1725"/>
              <a:buFont typeface="Sorts Mill Goudy"/>
              <a:buNone/>
            </a:pPr>
            <a:r>
              <a:t/>
            </a:r>
            <a:endParaRPr/>
          </a:p>
        </p:txBody>
      </p:sp>
      <p:sp>
        <p:nvSpPr>
          <p:cNvPr id="217" name="Google Shape;217;p1"/>
          <p:cNvSpPr/>
          <p:nvPr/>
        </p:nvSpPr>
        <p:spPr>
          <a:xfrm>
            <a:off x="742950" y="5038725"/>
            <a:ext cx="5905500" cy="2859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200"/>
              <a:buFont typeface="Sorts Mill Goudy"/>
              <a:buNone/>
            </a:pPr>
            <a:r>
              <a:rPr b="1" lang="es-MX" sz="1200">
                <a:solidFill>
                  <a:srgbClr val="FFFFFF"/>
                </a:solidFill>
                <a:latin typeface="Sorts Mill Goudy"/>
                <a:ea typeface="Sorts Mill Goudy"/>
                <a:cs typeface="Sorts Mill Goudy"/>
                <a:sym typeface="Sorts Mill Goudy"/>
              </a:rPr>
              <a:t>BDY1103  ·  Evaluación Parcial </a:t>
            </a:r>
            <a:r>
              <a:rPr b="1" lang="es-MX" sz="1600">
                <a:solidFill>
                  <a:srgbClr val="FFFFFF"/>
                </a:solidFill>
                <a:latin typeface="Sorts Mill Goudy"/>
                <a:ea typeface="Sorts Mill Goudy"/>
                <a:cs typeface="Sorts Mill Goudy"/>
                <a:sym typeface="Sorts Mill Goudy"/>
              </a:rPr>
              <a:t>2</a:t>
            </a:r>
            <a:endParaRPr sz="1800"/>
          </a:p>
        </p:txBody>
      </p:sp>
      <p:sp>
        <p:nvSpPr>
          <p:cNvPr id="218" name="Google Shape;218;p1"/>
          <p:cNvSpPr/>
          <p:nvPr/>
        </p:nvSpPr>
        <p:spPr>
          <a:xfrm>
            <a:off x="781050" y="5334000"/>
            <a:ext cx="7073700" cy="1524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AEC0C9"/>
              </a:buClr>
              <a:buSzPts val="1382"/>
              <a:buFont typeface="Sorts Mill Goudy"/>
              <a:buNone/>
            </a:pPr>
            <a:r>
              <a:rPr b="0" lang="es-MX" sz="1382">
                <a:solidFill>
                  <a:srgbClr val="AEC0C9"/>
                </a:solidFill>
                <a:latin typeface="Sorts Mill Goudy"/>
                <a:ea typeface="Sorts Mill Goudy"/>
                <a:cs typeface="Sorts Mill Goudy"/>
                <a:sym typeface="Sorts Mill Goudy"/>
              </a:rPr>
              <a:t>Integrantes: </a:t>
            </a:r>
            <a:endParaRPr b="0" sz="1382">
              <a:solidFill>
                <a:srgbClr val="AEC0C9"/>
              </a:solidFill>
              <a:latin typeface="Sorts Mill Goudy"/>
              <a:ea typeface="Sorts Mill Goudy"/>
              <a:cs typeface="Sorts Mill Goudy"/>
              <a:sym typeface="Sorts Mill Goudy"/>
            </a:endParaRPr>
          </a:p>
          <a:p>
            <a:pPr indent="-285750" lvl="2" marL="1200150" marR="0" rtl="0" algn="l">
              <a:lnSpc>
                <a:spcPct val="90000"/>
              </a:lnSpc>
              <a:spcBef>
                <a:spcPts val="0"/>
              </a:spcBef>
              <a:spcAft>
                <a:spcPts val="0"/>
              </a:spcAft>
              <a:buClr>
                <a:srgbClr val="AEC0C9"/>
              </a:buClr>
              <a:buSzPts val="1382"/>
              <a:buFont typeface="Arial"/>
              <a:buChar char="•"/>
            </a:pPr>
            <a:r>
              <a:rPr b="0" i="0" lang="es-MX" sz="1382" u="none" cap="none" strike="noStrike">
                <a:solidFill>
                  <a:srgbClr val="AEC0C9"/>
                </a:solidFill>
                <a:latin typeface="Sorts Mill Goudy"/>
                <a:ea typeface="Sorts Mill Goudy"/>
                <a:cs typeface="Sorts Mill Goudy"/>
                <a:sym typeface="Sorts Mill Goudy"/>
              </a:rPr>
              <a:t>Benjamin Jaña</a:t>
            </a:r>
            <a:endParaRPr b="0" i="0" sz="1382" u="none" cap="none" strike="noStrike">
              <a:solidFill>
                <a:srgbClr val="AEC0C9"/>
              </a:solidFill>
              <a:latin typeface="Sorts Mill Goudy"/>
              <a:ea typeface="Sorts Mill Goudy"/>
              <a:cs typeface="Sorts Mill Goudy"/>
              <a:sym typeface="Sorts Mill Goudy"/>
            </a:endParaRPr>
          </a:p>
          <a:p>
            <a:pPr indent="-285750" lvl="2" marL="1200150" marR="0" rtl="0" algn="l">
              <a:lnSpc>
                <a:spcPct val="90000"/>
              </a:lnSpc>
              <a:spcBef>
                <a:spcPts val="0"/>
              </a:spcBef>
              <a:spcAft>
                <a:spcPts val="0"/>
              </a:spcAft>
              <a:buClr>
                <a:srgbClr val="AEC0C9"/>
              </a:buClr>
              <a:buSzPts val="1382"/>
              <a:buFont typeface="Arial"/>
              <a:buChar char="•"/>
            </a:pPr>
            <a:r>
              <a:rPr b="0" i="0" lang="es-MX" sz="1382" u="none" cap="none" strike="noStrike">
                <a:solidFill>
                  <a:srgbClr val="AEC0C9"/>
                </a:solidFill>
                <a:latin typeface="Sorts Mill Goudy"/>
                <a:ea typeface="Sorts Mill Goudy"/>
                <a:cs typeface="Sorts Mill Goudy"/>
                <a:sym typeface="Sorts Mill Goudy"/>
              </a:rPr>
              <a:t>Matias Bustos</a:t>
            </a:r>
            <a:endParaRPr b="0" i="0" sz="1382" u="none" cap="none" strike="noStrike">
              <a:solidFill>
                <a:srgbClr val="AEC0C9"/>
              </a:solidFill>
              <a:latin typeface="Sorts Mill Goudy"/>
              <a:ea typeface="Sorts Mill Goudy"/>
              <a:cs typeface="Sorts Mill Goudy"/>
              <a:sym typeface="Sorts Mill Goudy"/>
            </a:endParaRPr>
          </a:p>
        </p:txBody>
      </p:sp>
      <p:sp>
        <p:nvSpPr>
          <p:cNvPr id="219" name="Google Shape;219;p1"/>
          <p:cNvSpPr/>
          <p:nvPr/>
        </p:nvSpPr>
        <p:spPr>
          <a:xfrm>
            <a:off x="8763000" y="1076325"/>
            <a:ext cx="2571750" cy="1524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9399"/>
              <a:buFont typeface="Sorts Mill Goudy"/>
              <a:buNone/>
            </a:pPr>
            <a:r>
              <a:t/>
            </a:r>
            <a:endParaRPr/>
          </a:p>
        </p:txBody>
      </p:sp>
      <p:sp>
        <p:nvSpPr>
          <p:cNvPr id="220" name="Google Shape;220;p1"/>
          <p:cNvSpPr/>
          <p:nvPr/>
        </p:nvSpPr>
        <p:spPr>
          <a:xfrm>
            <a:off x="8858250" y="4038600"/>
            <a:ext cx="2857500" cy="457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B9E1DA"/>
              </a:buClr>
              <a:buSzPts val="1125"/>
              <a:buFont typeface="Sorts Mill Goudy"/>
              <a:buNone/>
            </a:pPr>
            <a:r>
              <a:t/>
            </a:r>
            <a:endParaRPr/>
          </a:p>
        </p:txBody>
      </p:sp>
      <p:sp>
        <p:nvSpPr>
          <p:cNvPr id="221" name="Google Shape;221;p1"/>
          <p:cNvSpPr/>
          <p:nvPr/>
        </p:nvSpPr>
        <p:spPr>
          <a:xfrm>
            <a:off x="8858250" y="5524500"/>
            <a:ext cx="30480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B9E1DA"/>
              </a:buClr>
              <a:buSzPts val="975"/>
              <a:buFont typeface="Sorts Mill Goudy"/>
              <a:buNone/>
            </a:pPr>
            <a:r>
              <a:rPr b="1" lang="es-MX" sz="975">
                <a:solidFill>
                  <a:srgbClr val="B9E1DA"/>
                </a:solidFill>
                <a:latin typeface="Sorts Mill Goudy"/>
                <a:ea typeface="Sorts Mill Goudy"/>
                <a:cs typeface="Sorts Mill Goudy"/>
                <a:sym typeface="Sorts Mill Goudy"/>
              </a:rPr>
              <a:t>WEB  /  JAVA  /  ORACLE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226" name="Shape 226"/>
        <p:cNvGrpSpPr/>
        <p:nvPr/>
      </p:nvGrpSpPr>
      <p:grpSpPr>
        <a:xfrm>
          <a:off x="0" y="0"/>
          <a:ext cx="0" cy="0"/>
          <a:chOff x="0" y="0"/>
          <a:chExt cx="0" cy="0"/>
        </a:xfrm>
      </p:grpSpPr>
      <p:sp>
        <p:nvSpPr>
          <p:cNvPr id="227" name="Google Shape;227;p2"/>
          <p:cNvSpPr/>
          <p:nvPr/>
        </p:nvSpPr>
        <p:spPr>
          <a:xfrm>
            <a:off x="685800" y="266700"/>
            <a:ext cx="95250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NECESIDAD DEL NEGOCIO</a:t>
            </a:r>
            <a:endParaRPr/>
          </a:p>
        </p:txBody>
      </p:sp>
      <p:sp>
        <p:nvSpPr>
          <p:cNvPr id="228" name="Google Shape;228;p2"/>
          <p:cNvSpPr/>
          <p:nvPr/>
        </p:nvSpPr>
        <p:spPr>
          <a:xfrm>
            <a:off x="685800" y="628650"/>
            <a:ext cx="10810875" cy="5905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625"/>
              <a:buFont typeface="Sorts Mill Goudy"/>
              <a:buNone/>
            </a:pPr>
            <a:r>
              <a:rPr b="1" lang="es-MX" sz="2625">
                <a:solidFill>
                  <a:srgbClr val="10283F"/>
                </a:solidFill>
                <a:latin typeface="Sorts Mill Goudy"/>
                <a:ea typeface="Sorts Mill Goudy"/>
                <a:cs typeface="Sorts Mill Goudy"/>
                <a:sym typeface="Sorts Mill Goudy"/>
              </a:rPr>
              <a:t>Stock bajo: el problema que queremos resolver</a:t>
            </a:r>
            <a:endParaRPr/>
          </a:p>
        </p:txBody>
      </p:sp>
      <p:sp>
        <p:nvSpPr>
          <p:cNvPr id="229" name="Google Shape;229;p2"/>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30" name="Google Shape;230;p2"/>
          <p:cNvSpPr/>
          <p:nvPr/>
        </p:nvSpPr>
        <p:spPr>
          <a:xfrm>
            <a:off x="685800" y="6457950"/>
            <a:ext cx="666750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66737C"/>
              </a:buClr>
              <a:buSzPts val="650"/>
              <a:buFont typeface="Sorts Mill Goudy"/>
              <a:buNone/>
            </a:pPr>
            <a:r>
              <a:rPr b="1" lang="es-MX" sz="650">
                <a:solidFill>
                  <a:srgbClr val="66737C"/>
                </a:solidFill>
                <a:latin typeface="Sorts Mill Goudy"/>
                <a:ea typeface="Sorts Mill Goudy"/>
                <a:cs typeface="Sorts Mill Goudy"/>
                <a:sym typeface="Sorts Mill Goudy"/>
              </a:rPr>
              <a:t>BDY1103  ·  PROYECTO DE INVENTARIO</a:t>
            </a:r>
            <a:endParaRPr/>
          </a:p>
        </p:txBody>
      </p:sp>
      <p:sp>
        <p:nvSpPr>
          <p:cNvPr id="231" name="Google Shape;231;p2"/>
          <p:cNvSpPr/>
          <p:nvPr/>
        </p:nvSpPr>
        <p:spPr>
          <a:xfrm>
            <a:off x="11077575" y="6429375"/>
            <a:ext cx="419100" cy="20955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147D80"/>
              </a:buClr>
              <a:buSzPts val="848"/>
              <a:buFont typeface="Sorts Mill Goudy"/>
              <a:buNone/>
            </a:pPr>
            <a:r>
              <a:rPr b="1" lang="es-MX" sz="848">
                <a:solidFill>
                  <a:srgbClr val="147D80"/>
                </a:solidFill>
                <a:latin typeface="Sorts Mill Goudy"/>
                <a:ea typeface="Sorts Mill Goudy"/>
                <a:cs typeface="Sorts Mill Goudy"/>
                <a:sym typeface="Sorts Mill Goudy"/>
              </a:rPr>
              <a:t>02</a:t>
            </a:r>
            <a:endParaRPr/>
          </a:p>
        </p:txBody>
      </p:sp>
      <p:sp>
        <p:nvSpPr>
          <p:cNvPr id="232" name="Google Shape;232;p2"/>
          <p:cNvSpPr/>
          <p:nvPr/>
        </p:nvSpPr>
        <p:spPr>
          <a:xfrm>
            <a:off x="685800" y="1657350"/>
            <a:ext cx="7524750" cy="666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800"/>
              <a:buFont typeface="Sorts Mill Goudy"/>
              <a:buNone/>
            </a:pPr>
            <a:r>
              <a:rPr b="1" lang="es-MX" sz="1800">
                <a:solidFill>
                  <a:srgbClr val="10283F"/>
                </a:solidFill>
                <a:latin typeface="Sorts Mill Goudy"/>
                <a:ea typeface="Sorts Mill Goudy"/>
                <a:cs typeface="Sorts Mill Goudy"/>
                <a:sym typeface="Sorts Mill Goudy"/>
              </a:rPr>
              <a:t>Si nadie revisa las existencias a tiempo, la tienda puede ofrecer un producto que ya no tiene.</a:t>
            </a:r>
            <a:endParaRPr/>
          </a:p>
        </p:txBody>
      </p:sp>
      <p:sp>
        <p:nvSpPr>
          <p:cNvPr id="233" name="Google Shape;233;p2"/>
          <p:cNvSpPr/>
          <p:nvPr/>
        </p:nvSpPr>
        <p:spPr>
          <a:xfrm>
            <a:off x="685800" y="2533650"/>
            <a:ext cx="68580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248"/>
              <a:buFont typeface="Sorts Mill Goudy"/>
              <a:buNone/>
            </a:pPr>
            <a:r>
              <a:rPr b="0" lang="es-MX" sz="1248">
                <a:solidFill>
                  <a:srgbClr val="66737C"/>
                </a:solidFill>
                <a:latin typeface="Sorts Mill Goudy"/>
                <a:ea typeface="Sorts Mill Goudy"/>
                <a:cs typeface="Sorts Mill Goudy"/>
                <a:sym typeface="Sorts Mill Goudy"/>
              </a:rPr>
              <a:t>La carga inicial tiene 1</a:t>
            </a:r>
            <a:r>
              <a:rPr lang="es-MX" sz="1248">
                <a:solidFill>
                  <a:srgbClr val="66737C"/>
                </a:solidFill>
                <a:latin typeface="Sorts Mill Goudy"/>
                <a:ea typeface="Sorts Mill Goudy"/>
                <a:cs typeface="Sorts Mill Goudy"/>
                <a:sym typeface="Sorts Mill Goudy"/>
              </a:rPr>
              <a:t>1</a:t>
            </a:r>
            <a:r>
              <a:rPr b="0" lang="es-MX" sz="1248">
                <a:solidFill>
                  <a:srgbClr val="66737C"/>
                </a:solidFill>
                <a:latin typeface="Sorts Mill Goudy"/>
                <a:ea typeface="Sorts Mill Goudy"/>
                <a:cs typeface="Sorts Mill Goudy"/>
                <a:sym typeface="Sorts Mill Goudy"/>
              </a:rPr>
              <a:t> productos, 5 clientes y ningún pedido. Cuatro productos parten bajo su mínimo.</a:t>
            </a:r>
            <a:endParaRPr/>
          </a:p>
        </p:txBody>
      </p:sp>
      <p:sp>
        <p:nvSpPr>
          <p:cNvPr id="234" name="Google Shape;234;p2"/>
          <p:cNvSpPr/>
          <p:nvPr/>
        </p:nvSpPr>
        <p:spPr>
          <a:xfrm>
            <a:off x="685800" y="3124200"/>
            <a:ext cx="40005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1050"/>
              <a:buFont typeface="Sorts Mill Goudy"/>
              <a:buNone/>
            </a:pPr>
            <a:r>
              <a:rPr b="1" lang="es-MX" sz="1050">
                <a:solidFill>
                  <a:srgbClr val="E39B48"/>
                </a:solidFill>
                <a:latin typeface="Sorts Mill Goudy"/>
                <a:ea typeface="Sorts Mill Goudy"/>
                <a:cs typeface="Sorts Mill Goudy"/>
                <a:sym typeface="Sorts Mill Goudy"/>
              </a:rPr>
              <a:t>01</a:t>
            </a:r>
            <a:endParaRPr/>
          </a:p>
        </p:txBody>
      </p:sp>
      <p:sp>
        <p:nvSpPr>
          <p:cNvPr id="235" name="Google Shape;235;p2"/>
          <p:cNvSpPr/>
          <p:nvPr/>
        </p:nvSpPr>
        <p:spPr>
          <a:xfrm>
            <a:off x="1200150" y="3124200"/>
            <a:ext cx="38100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275"/>
              <a:buFont typeface="Sorts Mill Goudy"/>
              <a:buNone/>
            </a:pPr>
            <a:r>
              <a:rPr b="1" lang="es-MX" sz="1275">
                <a:solidFill>
                  <a:srgbClr val="10283F"/>
                </a:solidFill>
                <a:latin typeface="Sorts Mill Goudy"/>
                <a:ea typeface="Sorts Mill Goudy"/>
                <a:cs typeface="Sorts Mill Goudy"/>
                <a:sym typeface="Sorts Mill Goudy"/>
              </a:rPr>
              <a:t>Intel Core i5-14600K</a:t>
            </a:r>
            <a:endParaRPr/>
          </a:p>
        </p:txBody>
      </p:sp>
      <p:sp>
        <p:nvSpPr>
          <p:cNvPr id="236" name="Google Shape;236;p2"/>
          <p:cNvSpPr/>
          <p:nvPr/>
        </p:nvSpPr>
        <p:spPr>
          <a:xfrm>
            <a:off x="5657850" y="3124200"/>
            <a:ext cx="1952625"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125"/>
              <a:buFont typeface="Sorts Mill Goudy"/>
              <a:buNone/>
            </a:pPr>
            <a:r>
              <a:rPr b="0" lang="es-MX" sz="1125">
                <a:solidFill>
                  <a:srgbClr val="1E2C36"/>
                </a:solidFill>
                <a:latin typeface="Sorts Mill Goudy"/>
                <a:ea typeface="Sorts Mill Goudy"/>
                <a:cs typeface="Sorts Mill Goudy"/>
                <a:sym typeface="Sorts Mill Goudy"/>
              </a:rPr>
              <a:t>3 disponibles</a:t>
            </a:r>
            <a:endParaRPr/>
          </a:p>
        </p:txBody>
      </p:sp>
      <p:sp>
        <p:nvSpPr>
          <p:cNvPr id="237" name="Google Shape;237;p2"/>
          <p:cNvSpPr/>
          <p:nvPr/>
        </p:nvSpPr>
        <p:spPr>
          <a:xfrm>
            <a:off x="7981950" y="3124200"/>
            <a:ext cx="1714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125"/>
              <a:buFont typeface="Sorts Mill Goudy"/>
              <a:buNone/>
            </a:pPr>
            <a:r>
              <a:rPr b="0" lang="es-MX" sz="1125">
                <a:solidFill>
                  <a:srgbClr val="66737C"/>
                </a:solidFill>
                <a:latin typeface="Sorts Mill Goudy"/>
                <a:ea typeface="Sorts Mill Goudy"/>
                <a:cs typeface="Sorts Mill Goudy"/>
                <a:sym typeface="Sorts Mill Goudy"/>
              </a:rPr>
              <a:t>mínimo 5</a:t>
            </a:r>
            <a:endParaRPr/>
          </a:p>
        </p:txBody>
      </p:sp>
      <p:sp>
        <p:nvSpPr>
          <p:cNvPr id="238" name="Google Shape;238;p2"/>
          <p:cNvSpPr/>
          <p:nvPr/>
        </p:nvSpPr>
        <p:spPr>
          <a:xfrm>
            <a:off x="1200150" y="3533775"/>
            <a:ext cx="75247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39" name="Google Shape;239;p2"/>
          <p:cNvSpPr/>
          <p:nvPr/>
        </p:nvSpPr>
        <p:spPr>
          <a:xfrm>
            <a:off x="685800" y="3771900"/>
            <a:ext cx="40005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050"/>
              <a:buFont typeface="Sorts Mill Goudy"/>
              <a:buNone/>
            </a:pPr>
            <a:r>
              <a:rPr b="1" lang="es-MX" sz="1050">
                <a:solidFill>
                  <a:srgbClr val="147D80"/>
                </a:solidFill>
                <a:latin typeface="Sorts Mill Goudy"/>
                <a:ea typeface="Sorts Mill Goudy"/>
                <a:cs typeface="Sorts Mill Goudy"/>
                <a:sym typeface="Sorts Mill Goudy"/>
              </a:rPr>
              <a:t>02</a:t>
            </a:r>
            <a:endParaRPr/>
          </a:p>
        </p:txBody>
      </p:sp>
      <p:sp>
        <p:nvSpPr>
          <p:cNvPr id="240" name="Google Shape;240;p2"/>
          <p:cNvSpPr/>
          <p:nvPr/>
        </p:nvSpPr>
        <p:spPr>
          <a:xfrm>
            <a:off x="1200150" y="3771900"/>
            <a:ext cx="38100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275"/>
              <a:buFont typeface="Sorts Mill Goudy"/>
              <a:buNone/>
            </a:pPr>
            <a:r>
              <a:rPr b="1" lang="es-MX" sz="1275">
                <a:solidFill>
                  <a:srgbClr val="10283F"/>
                </a:solidFill>
                <a:latin typeface="Sorts Mill Goudy"/>
                <a:ea typeface="Sorts Mill Goudy"/>
                <a:cs typeface="Sorts Mill Goudy"/>
                <a:sym typeface="Sorts Mill Goudy"/>
              </a:rPr>
              <a:t>RTX 4070 Super</a:t>
            </a:r>
            <a:endParaRPr/>
          </a:p>
        </p:txBody>
      </p:sp>
      <p:sp>
        <p:nvSpPr>
          <p:cNvPr id="241" name="Google Shape;241;p2"/>
          <p:cNvSpPr/>
          <p:nvPr/>
        </p:nvSpPr>
        <p:spPr>
          <a:xfrm>
            <a:off x="5657850" y="3771900"/>
            <a:ext cx="1952625"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125"/>
              <a:buFont typeface="Sorts Mill Goudy"/>
              <a:buNone/>
            </a:pPr>
            <a:r>
              <a:rPr b="0" lang="es-MX" sz="1125">
                <a:solidFill>
                  <a:srgbClr val="1E2C36"/>
                </a:solidFill>
                <a:latin typeface="Sorts Mill Goudy"/>
                <a:ea typeface="Sorts Mill Goudy"/>
                <a:cs typeface="Sorts Mill Goudy"/>
                <a:sym typeface="Sorts Mill Goudy"/>
              </a:rPr>
              <a:t>2 disponibles</a:t>
            </a:r>
            <a:endParaRPr/>
          </a:p>
        </p:txBody>
      </p:sp>
      <p:sp>
        <p:nvSpPr>
          <p:cNvPr id="242" name="Google Shape;242;p2"/>
          <p:cNvSpPr/>
          <p:nvPr/>
        </p:nvSpPr>
        <p:spPr>
          <a:xfrm>
            <a:off x="7981950" y="3771900"/>
            <a:ext cx="1714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125"/>
              <a:buFont typeface="Sorts Mill Goudy"/>
              <a:buNone/>
            </a:pPr>
            <a:r>
              <a:rPr b="0" lang="es-MX" sz="1125">
                <a:solidFill>
                  <a:srgbClr val="66737C"/>
                </a:solidFill>
                <a:latin typeface="Sorts Mill Goudy"/>
                <a:ea typeface="Sorts Mill Goudy"/>
                <a:cs typeface="Sorts Mill Goudy"/>
                <a:sym typeface="Sorts Mill Goudy"/>
              </a:rPr>
              <a:t>mínimo 4</a:t>
            </a:r>
            <a:endParaRPr/>
          </a:p>
        </p:txBody>
      </p:sp>
      <p:sp>
        <p:nvSpPr>
          <p:cNvPr id="243" name="Google Shape;243;p2"/>
          <p:cNvSpPr/>
          <p:nvPr/>
        </p:nvSpPr>
        <p:spPr>
          <a:xfrm>
            <a:off x="1200150" y="4181475"/>
            <a:ext cx="75247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44" name="Google Shape;244;p2"/>
          <p:cNvSpPr/>
          <p:nvPr/>
        </p:nvSpPr>
        <p:spPr>
          <a:xfrm>
            <a:off x="685800" y="4419600"/>
            <a:ext cx="40005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050"/>
              <a:buFont typeface="Sorts Mill Goudy"/>
              <a:buNone/>
            </a:pPr>
            <a:r>
              <a:rPr b="1" lang="es-MX" sz="1050">
                <a:solidFill>
                  <a:srgbClr val="147D80"/>
                </a:solidFill>
                <a:latin typeface="Sorts Mill Goudy"/>
                <a:ea typeface="Sorts Mill Goudy"/>
                <a:cs typeface="Sorts Mill Goudy"/>
                <a:sym typeface="Sorts Mill Goudy"/>
              </a:rPr>
              <a:t>03</a:t>
            </a:r>
            <a:endParaRPr/>
          </a:p>
        </p:txBody>
      </p:sp>
      <p:sp>
        <p:nvSpPr>
          <p:cNvPr id="245" name="Google Shape;245;p2"/>
          <p:cNvSpPr/>
          <p:nvPr/>
        </p:nvSpPr>
        <p:spPr>
          <a:xfrm>
            <a:off x="1200150" y="4419600"/>
            <a:ext cx="38100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275"/>
              <a:buFont typeface="Sorts Mill Goudy"/>
              <a:buNone/>
            </a:pPr>
            <a:r>
              <a:rPr b="1" lang="es-MX" sz="1275">
                <a:solidFill>
                  <a:srgbClr val="10283F"/>
                </a:solidFill>
                <a:latin typeface="Sorts Mill Goudy"/>
                <a:ea typeface="Sorts Mill Goudy"/>
                <a:cs typeface="Sorts Mill Goudy"/>
                <a:sym typeface="Sorts Mill Goudy"/>
              </a:rPr>
              <a:t>Corsair Vengeance 16GB</a:t>
            </a:r>
            <a:endParaRPr/>
          </a:p>
        </p:txBody>
      </p:sp>
      <p:sp>
        <p:nvSpPr>
          <p:cNvPr id="246" name="Google Shape;246;p2"/>
          <p:cNvSpPr/>
          <p:nvPr/>
        </p:nvSpPr>
        <p:spPr>
          <a:xfrm>
            <a:off x="5657850" y="4419600"/>
            <a:ext cx="1952625"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125"/>
              <a:buFont typeface="Sorts Mill Goudy"/>
              <a:buNone/>
            </a:pPr>
            <a:r>
              <a:rPr b="0" lang="es-MX" sz="1125">
                <a:solidFill>
                  <a:srgbClr val="1E2C36"/>
                </a:solidFill>
                <a:latin typeface="Sorts Mill Goudy"/>
                <a:ea typeface="Sorts Mill Goudy"/>
                <a:cs typeface="Sorts Mill Goudy"/>
                <a:sym typeface="Sorts Mill Goudy"/>
              </a:rPr>
              <a:t>4 disponibles</a:t>
            </a:r>
            <a:endParaRPr/>
          </a:p>
        </p:txBody>
      </p:sp>
      <p:sp>
        <p:nvSpPr>
          <p:cNvPr id="247" name="Google Shape;247;p2"/>
          <p:cNvSpPr/>
          <p:nvPr/>
        </p:nvSpPr>
        <p:spPr>
          <a:xfrm>
            <a:off x="7981950" y="4419600"/>
            <a:ext cx="1714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125"/>
              <a:buFont typeface="Sorts Mill Goudy"/>
              <a:buNone/>
            </a:pPr>
            <a:r>
              <a:rPr b="0" lang="es-MX" sz="1125">
                <a:solidFill>
                  <a:srgbClr val="66737C"/>
                </a:solidFill>
                <a:latin typeface="Sorts Mill Goudy"/>
                <a:ea typeface="Sorts Mill Goudy"/>
                <a:cs typeface="Sorts Mill Goudy"/>
                <a:sym typeface="Sorts Mill Goudy"/>
              </a:rPr>
              <a:t>mínimo 10</a:t>
            </a:r>
            <a:endParaRPr/>
          </a:p>
        </p:txBody>
      </p:sp>
      <p:sp>
        <p:nvSpPr>
          <p:cNvPr id="248" name="Google Shape;248;p2"/>
          <p:cNvSpPr/>
          <p:nvPr/>
        </p:nvSpPr>
        <p:spPr>
          <a:xfrm>
            <a:off x="1200150" y="4829175"/>
            <a:ext cx="75247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49" name="Google Shape;249;p2"/>
          <p:cNvSpPr/>
          <p:nvPr/>
        </p:nvSpPr>
        <p:spPr>
          <a:xfrm>
            <a:off x="685800" y="5067300"/>
            <a:ext cx="40005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050"/>
              <a:buFont typeface="Sorts Mill Goudy"/>
              <a:buNone/>
            </a:pPr>
            <a:r>
              <a:rPr b="1" lang="es-MX" sz="1050">
                <a:solidFill>
                  <a:srgbClr val="147D80"/>
                </a:solidFill>
                <a:latin typeface="Sorts Mill Goudy"/>
                <a:ea typeface="Sorts Mill Goudy"/>
                <a:cs typeface="Sorts Mill Goudy"/>
                <a:sym typeface="Sorts Mill Goudy"/>
              </a:rPr>
              <a:t>04</a:t>
            </a:r>
            <a:endParaRPr/>
          </a:p>
        </p:txBody>
      </p:sp>
      <p:sp>
        <p:nvSpPr>
          <p:cNvPr id="250" name="Google Shape;250;p2"/>
          <p:cNvSpPr/>
          <p:nvPr/>
        </p:nvSpPr>
        <p:spPr>
          <a:xfrm>
            <a:off x="1200150" y="5067300"/>
            <a:ext cx="38100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275"/>
              <a:buFont typeface="Sorts Mill Goudy"/>
              <a:buNone/>
            </a:pPr>
            <a:r>
              <a:rPr b="1" lang="es-MX" sz="1275">
                <a:solidFill>
                  <a:srgbClr val="10283F"/>
                </a:solidFill>
                <a:latin typeface="Sorts Mill Goudy"/>
                <a:ea typeface="Sorts Mill Goudy"/>
                <a:cs typeface="Sorts Mill Goudy"/>
                <a:sym typeface="Sorts Mill Goudy"/>
              </a:rPr>
              <a:t>WD Black SN850X 1TB</a:t>
            </a:r>
            <a:endParaRPr/>
          </a:p>
        </p:txBody>
      </p:sp>
      <p:sp>
        <p:nvSpPr>
          <p:cNvPr id="251" name="Google Shape;251;p2"/>
          <p:cNvSpPr/>
          <p:nvPr/>
        </p:nvSpPr>
        <p:spPr>
          <a:xfrm>
            <a:off x="5657850" y="5067300"/>
            <a:ext cx="1952625"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125"/>
              <a:buFont typeface="Sorts Mill Goudy"/>
              <a:buNone/>
            </a:pPr>
            <a:r>
              <a:rPr b="0" lang="es-MX" sz="1125">
                <a:solidFill>
                  <a:srgbClr val="1E2C36"/>
                </a:solidFill>
                <a:latin typeface="Sorts Mill Goudy"/>
                <a:ea typeface="Sorts Mill Goudy"/>
                <a:cs typeface="Sorts Mill Goudy"/>
                <a:sym typeface="Sorts Mill Goudy"/>
              </a:rPr>
              <a:t>2 disponibles</a:t>
            </a:r>
            <a:endParaRPr/>
          </a:p>
        </p:txBody>
      </p:sp>
      <p:sp>
        <p:nvSpPr>
          <p:cNvPr id="252" name="Google Shape;252;p2"/>
          <p:cNvSpPr/>
          <p:nvPr/>
        </p:nvSpPr>
        <p:spPr>
          <a:xfrm>
            <a:off x="7981950" y="5067300"/>
            <a:ext cx="1714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125"/>
              <a:buFont typeface="Sorts Mill Goudy"/>
              <a:buNone/>
            </a:pPr>
            <a:r>
              <a:rPr b="0" lang="es-MX" sz="1125">
                <a:solidFill>
                  <a:srgbClr val="66737C"/>
                </a:solidFill>
                <a:latin typeface="Sorts Mill Goudy"/>
                <a:ea typeface="Sorts Mill Goudy"/>
                <a:cs typeface="Sorts Mill Goudy"/>
                <a:sym typeface="Sorts Mill Goudy"/>
              </a:rPr>
              <a:t>mínimo 6</a:t>
            </a:r>
            <a:endParaRPr/>
          </a:p>
        </p:txBody>
      </p:sp>
      <p:sp>
        <p:nvSpPr>
          <p:cNvPr id="253" name="Google Shape;253;p2"/>
          <p:cNvSpPr/>
          <p:nvPr/>
        </p:nvSpPr>
        <p:spPr>
          <a:xfrm>
            <a:off x="1200150" y="5476875"/>
            <a:ext cx="75247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54" name="Google Shape;254;p2"/>
          <p:cNvSpPr/>
          <p:nvPr/>
        </p:nvSpPr>
        <p:spPr>
          <a:xfrm>
            <a:off x="685800" y="5915025"/>
            <a:ext cx="904875" cy="20955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47D80"/>
              </a:buClr>
              <a:buSzPts val="774"/>
              <a:buFont typeface="Sorts Mill Goudy"/>
              <a:buNone/>
            </a:pPr>
            <a:r>
              <a:rPr b="1" lang="es-MX" sz="775">
                <a:solidFill>
                  <a:srgbClr val="147D80"/>
                </a:solidFill>
                <a:latin typeface="Sorts Mill Goudy"/>
                <a:ea typeface="Sorts Mill Goudy"/>
                <a:cs typeface="Sorts Mill Goudy"/>
                <a:sym typeface="Sorts Mill Goudy"/>
              </a:rPr>
              <a:t>Necesidad</a:t>
            </a:r>
            <a:endParaRPr/>
          </a:p>
        </p:txBody>
      </p:sp>
      <p:sp>
        <p:nvSpPr>
          <p:cNvPr id="255" name="Google Shape;255;p2"/>
          <p:cNvSpPr/>
          <p:nvPr/>
        </p:nvSpPr>
        <p:spPr>
          <a:xfrm>
            <a:off x="1714500" y="5819775"/>
            <a:ext cx="9239250"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La tienda necesita ver qué reponer antes de confirmar una venta.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260" name="Shape 260"/>
        <p:cNvGrpSpPr/>
        <p:nvPr/>
      </p:nvGrpSpPr>
      <p:grpSpPr>
        <a:xfrm>
          <a:off x="0" y="0"/>
          <a:ext cx="0" cy="0"/>
          <a:chOff x="0" y="0"/>
          <a:chExt cx="0" cy="0"/>
        </a:xfrm>
      </p:grpSpPr>
      <p:sp>
        <p:nvSpPr>
          <p:cNvPr id="261" name="Google Shape;261;p3"/>
          <p:cNvSpPr/>
          <p:nvPr/>
        </p:nvSpPr>
        <p:spPr>
          <a:xfrm>
            <a:off x="685800" y="266700"/>
            <a:ext cx="95250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JUSTIFICACIÓN DEL TEMA</a:t>
            </a:r>
            <a:endParaRPr/>
          </a:p>
        </p:txBody>
      </p:sp>
      <p:sp>
        <p:nvSpPr>
          <p:cNvPr id="262" name="Google Shape;262;p3"/>
          <p:cNvSpPr/>
          <p:nvPr/>
        </p:nvSpPr>
        <p:spPr>
          <a:xfrm>
            <a:off x="685800" y="628650"/>
            <a:ext cx="10810875" cy="5905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625"/>
              <a:buFont typeface="Sorts Mill Goudy"/>
              <a:buNone/>
            </a:pPr>
            <a:r>
              <a:rPr b="1" lang="es-MX" sz="2625">
                <a:solidFill>
                  <a:srgbClr val="10283F"/>
                </a:solidFill>
                <a:latin typeface="Sorts Mill Goudy"/>
                <a:ea typeface="Sorts Mill Goudy"/>
                <a:cs typeface="Sorts Mill Goudy"/>
                <a:sym typeface="Sorts Mill Goudy"/>
              </a:rPr>
              <a:t>Por qué elegimos el control de inventario</a:t>
            </a:r>
            <a:endParaRPr/>
          </a:p>
        </p:txBody>
      </p:sp>
      <p:sp>
        <p:nvSpPr>
          <p:cNvPr id="263" name="Google Shape;263;p3"/>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64" name="Google Shape;264;p3"/>
          <p:cNvSpPr/>
          <p:nvPr/>
        </p:nvSpPr>
        <p:spPr>
          <a:xfrm>
            <a:off x="685800" y="6457950"/>
            <a:ext cx="666750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66737C"/>
              </a:buClr>
              <a:buSzPts val="650"/>
              <a:buFont typeface="Sorts Mill Goudy"/>
              <a:buNone/>
            </a:pPr>
            <a:r>
              <a:rPr b="1" lang="es-MX" sz="650">
                <a:solidFill>
                  <a:srgbClr val="66737C"/>
                </a:solidFill>
                <a:latin typeface="Sorts Mill Goudy"/>
                <a:ea typeface="Sorts Mill Goudy"/>
                <a:cs typeface="Sorts Mill Goudy"/>
                <a:sym typeface="Sorts Mill Goudy"/>
              </a:rPr>
              <a:t>BDY1103  ·  PROYECTO DE INVENTARIO</a:t>
            </a:r>
            <a:endParaRPr/>
          </a:p>
        </p:txBody>
      </p:sp>
      <p:sp>
        <p:nvSpPr>
          <p:cNvPr id="265" name="Google Shape;265;p3"/>
          <p:cNvSpPr/>
          <p:nvPr/>
        </p:nvSpPr>
        <p:spPr>
          <a:xfrm>
            <a:off x="11077575" y="6429375"/>
            <a:ext cx="419100" cy="20955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147D80"/>
              </a:buClr>
              <a:buSzPts val="848"/>
              <a:buFont typeface="Sorts Mill Goudy"/>
              <a:buNone/>
            </a:pPr>
            <a:r>
              <a:rPr b="1" lang="es-MX" sz="848">
                <a:solidFill>
                  <a:srgbClr val="147D80"/>
                </a:solidFill>
                <a:latin typeface="Sorts Mill Goudy"/>
                <a:ea typeface="Sorts Mill Goudy"/>
                <a:cs typeface="Sorts Mill Goudy"/>
                <a:sym typeface="Sorts Mill Goudy"/>
              </a:rPr>
              <a:t>03</a:t>
            </a:r>
            <a:endParaRPr/>
          </a:p>
        </p:txBody>
      </p:sp>
      <p:sp>
        <p:nvSpPr>
          <p:cNvPr id="266" name="Google Shape;266;p3"/>
          <p:cNvSpPr/>
          <p:nvPr/>
        </p:nvSpPr>
        <p:spPr>
          <a:xfrm>
            <a:off x="685800" y="1628775"/>
            <a:ext cx="10001250" cy="5238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725"/>
              <a:buFont typeface="Sorts Mill Goudy"/>
              <a:buNone/>
            </a:pPr>
            <a:r>
              <a:rPr b="1" lang="es-MX" sz="1725">
                <a:solidFill>
                  <a:srgbClr val="10283F"/>
                </a:solidFill>
                <a:latin typeface="Sorts Mill Goudy"/>
                <a:ea typeface="Sorts Mill Goudy"/>
                <a:cs typeface="Sorts Mill Goudy"/>
                <a:sym typeface="Sorts Mill Goudy"/>
              </a:rPr>
              <a:t>Elegimos un problema que se entiende con una venta real y se puede comprobar con los datos.</a:t>
            </a:r>
            <a:endParaRPr/>
          </a:p>
        </p:txBody>
      </p:sp>
      <p:sp>
        <p:nvSpPr>
          <p:cNvPr id="267" name="Google Shape;267;p3"/>
          <p:cNvSpPr/>
          <p:nvPr/>
        </p:nvSpPr>
        <p:spPr>
          <a:xfrm>
            <a:off x="685800" y="2819400"/>
            <a:ext cx="30289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68" name="Google Shape;268;p3"/>
          <p:cNvSpPr/>
          <p:nvPr/>
        </p:nvSpPr>
        <p:spPr>
          <a:xfrm>
            <a:off x="685800" y="3019425"/>
            <a:ext cx="523875"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725"/>
              <a:buFont typeface="Sorts Mill Goudy"/>
              <a:buNone/>
            </a:pPr>
            <a:r>
              <a:rPr b="1" lang="es-MX" sz="1725">
                <a:solidFill>
                  <a:srgbClr val="147D80"/>
                </a:solidFill>
                <a:latin typeface="Sorts Mill Goudy"/>
                <a:ea typeface="Sorts Mill Goudy"/>
                <a:cs typeface="Sorts Mill Goudy"/>
                <a:sym typeface="Sorts Mill Goudy"/>
              </a:rPr>
              <a:t>01</a:t>
            </a:r>
            <a:endParaRPr/>
          </a:p>
        </p:txBody>
      </p:sp>
      <p:sp>
        <p:nvSpPr>
          <p:cNvPr id="269" name="Google Shape;269;p3"/>
          <p:cNvSpPr/>
          <p:nvPr/>
        </p:nvSpPr>
        <p:spPr>
          <a:xfrm>
            <a:off x="685800" y="3552825"/>
            <a:ext cx="2857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AFECTA LA VENTA</a:t>
            </a:r>
            <a:endParaRPr/>
          </a:p>
        </p:txBody>
      </p:sp>
      <p:sp>
        <p:nvSpPr>
          <p:cNvPr id="270" name="Google Shape;270;p3"/>
          <p:cNvSpPr/>
          <p:nvPr/>
        </p:nvSpPr>
        <p:spPr>
          <a:xfrm>
            <a:off x="685800" y="3990975"/>
            <a:ext cx="3000375" cy="1181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350"/>
              <a:buFont typeface="Sorts Mill Goudy"/>
              <a:buNone/>
            </a:pPr>
            <a:r>
              <a:rPr b="0" lang="es-MX" sz="1350">
                <a:solidFill>
                  <a:srgbClr val="1E2C36"/>
                </a:solidFill>
                <a:latin typeface="Sorts Mill Goudy"/>
                <a:ea typeface="Sorts Mill Goudy"/>
                <a:cs typeface="Sorts Mill Goudy"/>
                <a:sym typeface="Sorts Mill Goudy"/>
              </a:rPr>
              <a:t>Si no hay unidades, la tienda no puede cumplir lo que ofreció.</a:t>
            </a:r>
            <a:endParaRPr/>
          </a:p>
        </p:txBody>
      </p:sp>
      <p:sp>
        <p:nvSpPr>
          <p:cNvPr id="271" name="Google Shape;271;p3"/>
          <p:cNvSpPr/>
          <p:nvPr/>
        </p:nvSpPr>
        <p:spPr>
          <a:xfrm>
            <a:off x="4324350" y="2819400"/>
            <a:ext cx="30289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72" name="Google Shape;272;p3"/>
          <p:cNvSpPr/>
          <p:nvPr/>
        </p:nvSpPr>
        <p:spPr>
          <a:xfrm>
            <a:off x="4324350" y="3019425"/>
            <a:ext cx="523875"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725"/>
              <a:buFont typeface="Sorts Mill Goudy"/>
              <a:buNone/>
            </a:pPr>
            <a:r>
              <a:rPr b="1" lang="es-MX" sz="1725">
                <a:solidFill>
                  <a:srgbClr val="147D80"/>
                </a:solidFill>
                <a:latin typeface="Sorts Mill Goudy"/>
                <a:ea typeface="Sorts Mill Goudy"/>
                <a:cs typeface="Sorts Mill Goudy"/>
                <a:sym typeface="Sorts Mill Goudy"/>
              </a:rPr>
              <a:t>02</a:t>
            </a:r>
            <a:endParaRPr/>
          </a:p>
        </p:txBody>
      </p:sp>
      <p:sp>
        <p:nvSpPr>
          <p:cNvPr id="273" name="Google Shape;273;p3"/>
          <p:cNvSpPr/>
          <p:nvPr/>
        </p:nvSpPr>
        <p:spPr>
          <a:xfrm>
            <a:off x="4324350" y="3552825"/>
            <a:ext cx="2857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SE PUEDE MEDIR</a:t>
            </a:r>
            <a:endParaRPr/>
          </a:p>
        </p:txBody>
      </p:sp>
      <p:sp>
        <p:nvSpPr>
          <p:cNvPr id="274" name="Google Shape;274;p3"/>
          <p:cNvSpPr/>
          <p:nvPr/>
        </p:nvSpPr>
        <p:spPr>
          <a:xfrm>
            <a:off x="4324350" y="3990975"/>
            <a:ext cx="3000375" cy="1181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350"/>
              <a:buFont typeface="Sorts Mill Goudy"/>
              <a:buNone/>
            </a:pPr>
            <a:r>
              <a:rPr b="0" lang="es-MX" sz="1350">
                <a:solidFill>
                  <a:srgbClr val="1E2C36"/>
                </a:solidFill>
                <a:latin typeface="Sorts Mill Goudy"/>
                <a:ea typeface="Sorts Mill Goudy"/>
                <a:cs typeface="Sorts Mill Goudy"/>
                <a:sym typeface="Sorts Mill Goudy"/>
              </a:rPr>
              <a:t>Comparamos stock actual con el mínimo y vemos qué producto requiere atención.</a:t>
            </a:r>
            <a:endParaRPr/>
          </a:p>
        </p:txBody>
      </p:sp>
      <p:sp>
        <p:nvSpPr>
          <p:cNvPr id="275" name="Google Shape;275;p3"/>
          <p:cNvSpPr/>
          <p:nvPr/>
        </p:nvSpPr>
        <p:spPr>
          <a:xfrm>
            <a:off x="7962900" y="2819400"/>
            <a:ext cx="3028950" cy="28575"/>
          </a:xfrm>
          <a:prstGeom prst="rect">
            <a:avLst/>
          </a:prstGeom>
          <a:solidFill>
            <a:srgbClr val="E39B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76" name="Google Shape;276;p3"/>
          <p:cNvSpPr/>
          <p:nvPr/>
        </p:nvSpPr>
        <p:spPr>
          <a:xfrm>
            <a:off x="7962900" y="3019425"/>
            <a:ext cx="523875"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1725"/>
              <a:buFont typeface="Sorts Mill Goudy"/>
              <a:buNone/>
            </a:pPr>
            <a:r>
              <a:rPr b="1" lang="es-MX" sz="1725">
                <a:solidFill>
                  <a:srgbClr val="E39B48"/>
                </a:solidFill>
                <a:latin typeface="Sorts Mill Goudy"/>
                <a:ea typeface="Sorts Mill Goudy"/>
                <a:cs typeface="Sorts Mill Goudy"/>
                <a:sym typeface="Sorts Mill Goudy"/>
              </a:rPr>
              <a:t>03</a:t>
            </a:r>
            <a:endParaRPr/>
          </a:p>
        </p:txBody>
      </p:sp>
      <p:sp>
        <p:nvSpPr>
          <p:cNvPr id="277" name="Google Shape;277;p3"/>
          <p:cNvSpPr/>
          <p:nvPr/>
        </p:nvSpPr>
        <p:spPr>
          <a:xfrm>
            <a:off x="7962900" y="3552825"/>
            <a:ext cx="28575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SE PUEDE PROBAR</a:t>
            </a:r>
            <a:endParaRPr/>
          </a:p>
        </p:txBody>
      </p:sp>
      <p:sp>
        <p:nvSpPr>
          <p:cNvPr id="278" name="Google Shape;278;p3"/>
          <p:cNvSpPr/>
          <p:nvPr/>
        </p:nvSpPr>
        <p:spPr>
          <a:xfrm>
            <a:off x="7962900" y="3990975"/>
            <a:ext cx="3000375" cy="1181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350"/>
              <a:buFont typeface="Sorts Mill Goudy"/>
              <a:buNone/>
            </a:pPr>
            <a:r>
              <a:rPr b="0" lang="es-MX" sz="1350">
                <a:solidFill>
                  <a:srgbClr val="1E2C36"/>
                </a:solidFill>
                <a:latin typeface="Sorts Mill Goudy"/>
                <a:ea typeface="Sorts Mill Goudy"/>
                <a:cs typeface="Sorts Mill Goudy"/>
                <a:sym typeface="Sorts Mill Goudy"/>
              </a:rPr>
              <a:t>Un pedido permite observar cómo Oracle valida y actualiza las existencias.</a:t>
            </a:r>
            <a:endParaRPr/>
          </a:p>
        </p:txBody>
      </p:sp>
      <p:sp>
        <p:nvSpPr>
          <p:cNvPr id="279" name="Google Shape;279;p3"/>
          <p:cNvSpPr/>
          <p:nvPr/>
        </p:nvSpPr>
        <p:spPr>
          <a:xfrm>
            <a:off x="685800" y="5562600"/>
            <a:ext cx="1619250" cy="2476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Por eso</a:t>
            </a:r>
            <a:endParaRPr/>
          </a:p>
        </p:txBody>
      </p:sp>
      <p:sp>
        <p:nvSpPr>
          <p:cNvPr id="280" name="Google Shape;280;p3"/>
          <p:cNvSpPr/>
          <p:nvPr/>
        </p:nvSpPr>
        <p:spPr>
          <a:xfrm>
            <a:off x="2428875" y="5476875"/>
            <a:ext cx="8477250" cy="419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425"/>
              <a:buFont typeface="Sorts Mill Goudy"/>
              <a:buNone/>
            </a:pPr>
            <a:r>
              <a:rPr b="1" lang="es-MX" sz="1425">
                <a:solidFill>
                  <a:srgbClr val="10283F"/>
                </a:solidFill>
                <a:latin typeface="Sorts Mill Goudy"/>
                <a:ea typeface="Sorts Mill Goudy"/>
                <a:cs typeface="Sorts Mill Goudy"/>
                <a:sym typeface="Sorts Mill Goudy"/>
              </a:rPr>
              <a:t>La página ayuda a quien atiende; Oracle mantiene el dato y aplica las reglas.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285" name="Shape 285"/>
        <p:cNvGrpSpPr/>
        <p:nvPr/>
      </p:nvGrpSpPr>
      <p:grpSpPr>
        <a:xfrm>
          <a:off x="0" y="0"/>
          <a:ext cx="0" cy="0"/>
          <a:chOff x="0" y="0"/>
          <a:chExt cx="0" cy="0"/>
        </a:xfrm>
      </p:grpSpPr>
      <p:sp>
        <p:nvSpPr>
          <p:cNvPr id="286" name="Google Shape;286;p4"/>
          <p:cNvSpPr/>
          <p:nvPr/>
        </p:nvSpPr>
        <p:spPr>
          <a:xfrm>
            <a:off x="685800" y="266700"/>
            <a:ext cx="104775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900"/>
              <a:buFont typeface="Arial"/>
              <a:buNone/>
            </a:pPr>
            <a:r>
              <a:rPr b="1" lang="es-MX" sz="900">
                <a:solidFill>
                  <a:srgbClr val="147D80"/>
                </a:solidFill>
                <a:latin typeface="Arial"/>
                <a:ea typeface="Arial"/>
                <a:cs typeface="Arial"/>
                <a:sym typeface="Arial"/>
              </a:rPr>
              <a:t>DESARROLLO DEL PROYECTO</a:t>
            </a:r>
            <a:endParaRPr/>
          </a:p>
        </p:txBody>
      </p:sp>
      <p:sp>
        <p:nvSpPr>
          <p:cNvPr id="287" name="Google Shape;287;p4"/>
          <p:cNvSpPr/>
          <p:nvPr/>
        </p:nvSpPr>
        <p:spPr>
          <a:xfrm>
            <a:off x="685800" y="628650"/>
            <a:ext cx="10820400" cy="5905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2550"/>
              <a:buFont typeface="Arial"/>
              <a:buNone/>
            </a:pPr>
            <a:r>
              <a:rPr b="1" lang="es-MX" sz="2550">
                <a:solidFill>
                  <a:srgbClr val="10283F"/>
                </a:solidFill>
                <a:latin typeface="Arial"/>
                <a:ea typeface="Arial"/>
                <a:cs typeface="Arial"/>
                <a:sym typeface="Arial"/>
              </a:rPr>
              <a:t>Qué construimos y por qué lo ordenamos así</a:t>
            </a:r>
            <a:endParaRPr/>
          </a:p>
        </p:txBody>
      </p:sp>
      <p:sp>
        <p:nvSpPr>
          <p:cNvPr id="288" name="Google Shape;288;p4"/>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89" name="Google Shape;289;p4"/>
          <p:cNvSpPr/>
          <p:nvPr/>
        </p:nvSpPr>
        <p:spPr>
          <a:xfrm>
            <a:off x="685800" y="1543050"/>
            <a:ext cx="10820400" cy="4762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425"/>
              <a:buFont typeface="Arial"/>
              <a:buNone/>
            </a:pPr>
            <a:r>
              <a:rPr b="1" lang="es-MX" sz="1425">
                <a:solidFill>
                  <a:srgbClr val="10283F"/>
                </a:solidFill>
                <a:latin typeface="Arial"/>
                <a:ea typeface="Arial"/>
                <a:cs typeface="Arial"/>
                <a:sym typeface="Arial"/>
              </a:rPr>
              <a:t>Partimos por los datos y terminamos en una pantalla que consulta y registra sobre la misma base.</a:t>
            </a:r>
            <a:endParaRPr/>
          </a:p>
        </p:txBody>
      </p:sp>
      <p:sp>
        <p:nvSpPr>
          <p:cNvPr id="290" name="Google Shape;290;p4"/>
          <p:cNvSpPr/>
          <p:nvPr/>
        </p:nvSpPr>
        <p:spPr>
          <a:xfrm>
            <a:off x="685800" y="2266950"/>
            <a:ext cx="400050" cy="3619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01</a:t>
            </a:r>
            <a:endParaRPr/>
          </a:p>
        </p:txBody>
      </p:sp>
      <p:sp>
        <p:nvSpPr>
          <p:cNvPr id="291" name="Google Shape;291;p4"/>
          <p:cNvSpPr/>
          <p:nvPr/>
        </p:nvSpPr>
        <p:spPr>
          <a:xfrm>
            <a:off x="1238250" y="2266950"/>
            <a:ext cx="361950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Ordenamos la información</a:t>
            </a:r>
            <a:endParaRPr/>
          </a:p>
        </p:txBody>
      </p:sp>
      <p:sp>
        <p:nvSpPr>
          <p:cNvPr id="292" name="Google Shape;292;p4"/>
          <p:cNvSpPr/>
          <p:nvPr/>
        </p:nvSpPr>
        <p:spPr>
          <a:xfrm>
            <a:off x="5143500" y="2247900"/>
            <a:ext cx="6191250" cy="5524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00"/>
              <a:buFont typeface="Arial"/>
              <a:buNone/>
            </a:pPr>
            <a:r>
              <a:rPr lang="es-MX" sz="1200">
                <a:solidFill>
                  <a:srgbClr val="1E2C36"/>
                </a:solidFill>
              </a:rPr>
              <a:t>Primero c</a:t>
            </a:r>
            <a:r>
              <a:rPr b="0" lang="es-MX" sz="1200">
                <a:solidFill>
                  <a:srgbClr val="1E2C36"/>
                </a:solidFill>
                <a:latin typeface="Arial"/>
                <a:ea typeface="Arial"/>
                <a:cs typeface="Arial"/>
                <a:sym typeface="Arial"/>
              </a:rPr>
              <a:t>reamos el MER</a:t>
            </a:r>
            <a:r>
              <a:rPr lang="es-MX" sz="1200">
                <a:solidFill>
                  <a:srgbClr val="1E2C36"/>
                </a:solidFill>
              </a:rPr>
              <a:t>, </a:t>
            </a:r>
            <a:r>
              <a:rPr b="0" lang="es-MX" sz="1200">
                <a:solidFill>
                  <a:srgbClr val="1E2C36"/>
                </a:solidFill>
                <a:latin typeface="Arial"/>
                <a:ea typeface="Arial"/>
                <a:cs typeface="Arial"/>
                <a:sym typeface="Arial"/>
              </a:rPr>
              <a:t>categorías, proveedores, clientes, productos, pedidos y detalle. </a:t>
            </a:r>
            <a:r>
              <a:rPr lang="es-MX" sz="1200">
                <a:solidFill>
                  <a:srgbClr val="1E2C36"/>
                </a:solidFill>
              </a:rPr>
              <a:t>C</a:t>
            </a:r>
            <a:r>
              <a:rPr b="0" lang="es-MX" sz="1200">
                <a:solidFill>
                  <a:srgbClr val="1E2C36"/>
                </a:solidFill>
                <a:latin typeface="Arial"/>
                <a:ea typeface="Arial"/>
                <a:cs typeface="Arial"/>
                <a:sym typeface="Arial"/>
              </a:rPr>
              <a:t>onecta</a:t>
            </a:r>
            <a:r>
              <a:rPr lang="es-MX" sz="1200">
                <a:solidFill>
                  <a:srgbClr val="1E2C36"/>
                </a:solidFill>
              </a:rPr>
              <a:t>dos por FK </a:t>
            </a:r>
            <a:r>
              <a:rPr b="0" lang="es-MX" sz="1200">
                <a:solidFill>
                  <a:srgbClr val="1E2C36"/>
                </a:solidFill>
                <a:latin typeface="Arial"/>
                <a:ea typeface="Arial"/>
                <a:cs typeface="Arial"/>
                <a:sym typeface="Arial"/>
              </a:rPr>
              <a:t>cada pedido con datos existentes.</a:t>
            </a:r>
            <a:endParaRPr/>
          </a:p>
        </p:txBody>
      </p:sp>
      <p:sp>
        <p:nvSpPr>
          <p:cNvPr id="293" name="Google Shape;293;p4"/>
          <p:cNvSpPr/>
          <p:nvPr/>
        </p:nvSpPr>
        <p:spPr>
          <a:xfrm>
            <a:off x="1238250" y="2886075"/>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94" name="Google Shape;294;p4"/>
          <p:cNvSpPr/>
          <p:nvPr/>
        </p:nvSpPr>
        <p:spPr>
          <a:xfrm>
            <a:off x="685800" y="3219450"/>
            <a:ext cx="400050" cy="3619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02</a:t>
            </a:r>
            <a:endParaRPr/>
          </a:p>
        </p:txBody>
      </p:sp>
      <p:sp>
        <p:nvSpPr>
          <p:cNvPr id="295" name="Google Shape;295;p4"/>
          <p:cNvSpPr/>
          <p:nvPr/>
        </p:nvSpPr>
        <p:spPr>
          <a:xfrm>
            <a:off x="1238250" y="3219450"/>
            <a:ext cx="361950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Definimos reglas en Oracle</a:t>
            </a:r>
            <a:endParaRPr/>
          </a:p>
        </p:txBody>
      </p:sp>
      <p:sp>
        <p:nvSpPr>
          <p:cNvPr id="296" name="Google Shape;296;p4"/>
          <p:cNvSpPr/>
          <p:nvPr/>
        </p:nvSpPr>
        <p:spPr>
          <a:xfrm>
            <a:off x="1238250" y="3838575"/>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297" name="Google Shape;297;p4"/>
          <p:cNvSpPr/>
          <p:nvPr/>
        </p:nvSpPr>
        <p:spPr>
          <a:xfrm>
            <a:off x="5143500" y="3200400"/>
            <a:ext cx="6191250" cy="5524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00"/>
              <a:buFont typeface="Arial"/>
              <a:buNone/>
            </a:pPr>
            <a:r>
              <a:rPr lang="es-MX" sz="1200">
                <a:solidFill>
                  <a:srgbClr val="1E2C36"/>
                </a:solidFill>
              </a:rPr>
              <a:t>Creamos procedimientos, funciones, package y triggers. que están </a:t>
            </a:r>
            <a:r>
              <a:rPr b="0" lang="es-MX" sz="1200">
                <a:solidFill>
                  <a:srgbClr val="1E2C36"/>
                </a:solidFill>
                <a:latin typeface="Arial"/>
                <a:ea typeface="Arial"/>
                <a:cs typeface="Arial"/>
                <a:sym typeface="Arial"/>
              </a:rPr>
              <a:t>reportes, validaciones y registros automáticos para que el control no dependa de revisar o restar a mano. </a:t>
            </a:r>
            <a:endParaRPr/>
          </a:p>
        </p:txBody>
      </p:sp>
      <p:sp>
        <p:nvSpPr>
          <p:cNvPr id="298" name="Google Shape;298;p4"/>
          <p:cNvSpPr/>
          <p:nvPr/>
        </p:nvSpPr>
        <p:spPr>
          <a:xfrm>
            <a:off x="685800" y="4171950"/>
            <a:ext cx="400050" cy="3619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03</a:t>
            </a:r>
            <a:endParaRPr/>
          </a:p>
        </p:txBody>
      </p:sp>
      <p:sp>
        <p:nvSpPr>
          <p:cNvPr id="299" name="Google Shape;299;p4"/>
          <p:cNvSpPr/>
          <p:nvPr/>
        </p:nvSpPr>
        <p:spPr>
          <a:xfrm>
            <a:off x="1238250" y="4171950"/>
            <a:ext cx="361950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Conectamos Java con JDBC</a:t>
            </a:r>
            <a:endParaRPr/>
          </a:p>
        </p:txBody>
      </p:sp>
      <p:sp>
        <p:nvSpPr>
          <p:cNvPr id="300" name="Google Shape;300;p4"/>
          <p:cNvSpPr/>
          <p:nvPr/>
        </p:nvSpPr>
        <p:spPr>
          <a:xfrm>
            <a:off x="5143500" y="4152900"/>
            <a:ext cx="6191250" cy="5524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00"/>
              <a:buFont typeface="Arial"/>
              <a:buNone/>
            </a:pPr>
            <a:r>
              <a:rPr b="0" lang="es-MX" sz="1200">
                <a:solidFill>
                  <a:srgbClr val="1E2C36"/>
                </a:solidFill>
                <a:latin typeface="Arial"/>
                <a:ea typeface="Arial"/>
                <a:cs typeface="Arial"/>
                <a:sym typeface="Arial"/>
              </a:rPr>
              <a:t>Java consulta los productos y llama al package al recibir un pedido. Así la web reutiliza las reglas de Oracle.</a:t>
            </a:r>
            <a:endParaRPr/>
          </a:p>
        </p:txBody>
      </p:sp>
      <p:sp>
        <p:nvSpPr>
          <p:cNvPr id="301" name="Google Shape;301;p4"/>
          <p:cNvSpPr/>
          <p:nvPr/>
        </p:nvSpPr>
        <p:spPr>
          <a:xfrm>
            <a:off x="1238250" y="4791075"/>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02" name="Google Shape;302;p4"/>
          <p:cNvSpPr/>
          <p:nvPr/>
        </p:nvSpPr>
        <p:spPr>
          <a:xfrm>
            <a:off x="685800" y="5124450"/>
            <a:ext cx="400050" cy="3619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39B48"/>
              </a:buClr>
              <a:buSzPts val="1200"/>
              <a:buFont typeface="Arial"/>
              <a:buNone/>
            </a:pPr>
            <a:r>
              <a:rPr b="1" lang="es-MX" sz="1200">
                <a:solidFill>
                  <a:srgbClr val="E39B48"/>
                </a:solidFill>
                <a:latin typeface="Arial"/>
                <a:ea typeface="Arial"/>
                <a:cs typeface="Arial"/>
                <a:sym typeface="Arial"/>
              </a:rPr>
              <a:t>04</a:t>
            </a:r>
            <a:endParaRPr/>
          </a:p>
        </p:txBody>
      </p:sp>
      <p:sp>
        <p:nvSpPr>
          <p:cNvPr id="303" name="Google Shape;303;p4"/>
          <p:cNvSpPr/>
          <p:nvPr/>
        </p:nvSpPr>
        <p:spPr>
          <a:xfrm>
            <a:off x="1238250" y="5124450"/>
            <a:ext cx="361950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Hicimos la pantalla de trabajo</a:t>
            </a:r>
            <a:endParaRPr/>
          </a:p>
        </p:txBody>
      </p:sp>
      <p:sp>
        <p:nvSpPr>
          <p:cNvPr id="304" name="Google Shape;304;p4"/>
          <p:cNvSpPr/>
          <p:nvPr/>
        </p:nvSpPr>
        <p:spPr>
          <a:xfrm>
            <a:off x="5143500" y="5105400"/>
            <a:ext cx="6191250" cy="5524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00"/>
              <a:buFont typeface="Arial"/>
              <a:buNone/>
            </a:pPr>
            <a:r>
              <a:rPr b="0" lang="es-MX" sz="1200">
                <a:solidFill>
                  <a:srgbClr val="1E2C36"/>
                </a:solidFill>
                <a:latin typeface="Arial"/>
                <a:ea typeface="Arial"/>
                <a:cs typeface="Arial"/>
                <a:sym typeface="Arial"/>
              </a:rPr>
              <a:t>La página permite buscar, revisar stock y mínimo, y enviar un pedido; el equipo ve lo que está guardado en Oracle.</a:t>
            </a:r>
            <a:endParaRPr/>
          </a:p>
        </p:txBody>
      </p:sp>
      <p:sp>
        <p:nvSpPr>
          <p:cNvPr id="305" name="Google Shape;305;p4"/>
          <p:cNvSpPr/>
          <p:nvPr/>
        </p:nvSpPr>
        <p:spPr>
          <a:xfrm>
            <a:off x="685800" y="6115050"/>
            <a:ext cx="106680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El orden importa: primero aseguramos los datos; después construimos encima la consulta y el pedido.</a:t>
            </a:r>
            <a:endParaRPr/>
          </a:p>
        </p:txBody>
      </p:sp>
      <p:sp>
        <p:nvSpPr>
          <p:cNvPr id="306" name="Google Shape;306;p4"/>
          <p:cNvSpPr/>
          <p:nvPr/>
        </p:nvSpPr>
        <p:spPr>
          <a:xfrm>
            <a:off x="685800" y="6457950"/>
            <a:ext cx="6667500" cy="190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653"/>
              <a:buFont typeface="Arial"/>
              <a:buNone/>
            </a:pPr>
            <a:r>
              <a:rPr b="1" lang="es-MX" sz="653">
                <a:solidFill>
                  <a:srgbClr val="66737C"/>
                </a:solidFill>
                <a:latin typeface="Arial"/>
                <a:ea typeface="Arial"/>
                <a:cs typeface="Arial"/>
                <a:sym typeface="Arial"/>
              </a:rPr>
              <a:t>BDY1103  ·  PROYECTO DE INVENTARIO</a:t>
            </a:r>
            <a:endParaRPr/>
          </a:p>
        </p:txBody>
      </p:sp>
      <p:sp>
        <p:nvSpPr>
          <p:cNvPr id="307" name="Google Shape;307;p4"/>
          <p:cNvSpPr/>
          <p:nvPr/>
        </p:nvSpPr>
        <p:spPr>
          <a:xfrm>
            <a:off x="11077575" y="6429375"/>
            <a:ext cx="419100" cy="20955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147D80"/>
              </a:buClr>
              <a:buSzPts val="770"/>
              <a:buFont typeface="Arial"/>
              <a:buNone/>
            </a:pPr>
            <a:r>
              <a:rPr b="1" lang="es-MX" sz="770">
                <a:solidFill>
                  <a:srgbClr val="147D8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312" name="Shape 312"/>
        <p:cNvGrpSpPr/>
        <p:nvPr/>
      </p:nvGrpSpPr>
      <p:grpSpPr>
        <a:xfrm>
          <a:off x="0" y="0"/>
          <a:ext cx="0" cy="0"/>
          <a:chOff x="0" y="0"/>
          <a:chExt cx="0" cy="0"/>
        </a:xfrm>
      </p:grpSpPr>
      <p:sp>
        <p:nvSpPr>
          <p:cNvPr id="313" name="Google Shape;313;p5"/>
          <p:cNvSpPr/>
          <p:nvPr/>
        </p:nvSpPr>
        <p:spPr>
          <a:xfrm>
            <a:off x="685800" y="266700"/>
            <a:ext cx="95250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900"/>
              <a:buFont typeface="Arial"/>
              <a:buNone/>
            </a:pPr>
            <a:r>
              <a:rPr b="1" lang="es-MX" sz="900">
                <a:solidFill>
                  <a:srgbClr val="147D80"/>
                </a:solidFill>
                <a:latin typeface="Arial"/>
                <a:ea typeface="Arial"/>
                <a:cs typeface="Arial"/>
                <a:sym typeface="Arial"/>
              </a:rPr>
              <a:t>CAMBIOS PENSADOS PARA LA TIENDA</a:t>
            </a:r>
            <a:endParaRPr/>
          </a:p>
        </p:txBody>
      </p:sp>
      <p:sp>
        <p:nvSpPr>
          <p:cNvPr id="314" name="Google Shape;314;p5"/>
          <p:cNvSpPr/>
          <p:nvPr/>
        </p:nvSpPr>
        <p:spPr>
          <a:xfrm>
            <a:off x="685800" y="628650"/>
            <a:ext cx="10820400" cy="5905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2625"/>
              <a:buFont typeface="Arial"/>
              <a:buNone/>
            </a:pPr>
            <a:r>
              <a:rPr b="1" lang="es-MX" sz="2625">
                <a:solidFill>
                  <a:srgbClr val="10283F"/>
                </a:solidFill>
                <a:latin typeface="Arial"/>
                <a:ea typeface="Arial"/>
                <a:cs typeface="Arial"/>
                <a:sym typeface="Arial"/>
              </a:rPr>
              <a:t>Cambios que facilitan el control diario</a:t>
            </a:r>
            <a:endParaRPr/>
          </a:p>
        </p:txBody>
      </p:sp>
      <p:sp>
        <p:nvSpPr>
          <p:cNvPr id="315" name="Google Shape;315;p5"/>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16" name="Google Shape;316;p5"/>
          <p:cNvSpPr/>
          <p:nvPr/>
        </p:nvSpPr>
        <p:spPr>
          <a:xfrm>
            <a:off x="685800" y="1562100"/>
            <a:ext cx="1082040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500"/>
              <a:buFont typeface="Arial"/>
              <a:buNone/>
            </a:pPr>
            <a:r>
              <a:rPr b="1" lang="es-MX" sz="1500">
                <a:solidFill>
                  <a:srgbClr val="10283F"/>
                </a:solidFill>
                <a:latin typeface="Arial"/>
                <a:ea typeface="Arial"/>
                <a:cs typeface="Arial"/>
                <a:sym typeface="Arial"/>
              </a:rPr>
              <a:t>La idea fue usar el mismo dato de stock al consultar y al registrar un pedido.</a:t>
            </a:r>
            <a:endParaRPr/>
          </a:p>
        </p:txBody>
      </p:sp>
      <p:sp>
        <p:nvSpPr>
          <p:cNvPr id="317" name="Google Shape;317;p5"/>
          <p:cNvSpPr/>
          <p:nvPr/>
        </p:nvSpPr>
        <p:spPr>
          <a:xfrm>
            <a:off x="1238250" y="2171700"/>
            <a:ext cx="37147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900"/>
              <a:buFont typeface="Arial"/>
              <a:buNone/>
            </a:pPr>
            <a:r>
              <a:rPr b="1" lang="es-MX" sz="900">
                <a:solidFill>
                  <a:srgbClr val="147D80"/>
                </a:solidFill>
                <a:latin typeface="Arial"/>
                <a:ea typeface="Arial"/>
                <a:cs typeface="Arial"/>
                <a:sym typeface="Arial"/>
              </a:rPr>
              <a:t>LO QUE AÑADIMOS</a:t>
            </a:r>
            <a:endParaRPr/>
          </a:p>
        </p:txBody>
      </p:sp>
      <p:sp>
        <p:nvSpPr>
          <p:cNvPr id="318" name="Google Shape;318;p5"/>
          <p:cNvSpPr/>
          <p:nvPr/>
        </p:nvSpPr>
        <p:spPr>
          <a:xfrm>
            <a:off x="5905500" y="2171700"/>
            <a:ext cx="50482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39B48"/>
              </a:buClr>
              <a:buSzPts val="900"/>
              <a:buFont typeface="Arial"/>
              <a:buNone/>
            </a:pPr>
            <a:r>
              <a:rPr b="1" lang="es-MX" sz="900">
                <a:solidFill>
                  <a:srgbClr val="E39B48"/>
                </a:solidFill>
                <a:latin typeface="Arial"/>
                <a:ea typeface="Arial"/>
                <a:cs typeface="Arial"/>
                <a:sym typeface="Arial"/>
              </a:rPr>
              <a:t>PARA QUÉ LE SIRVE A LA TIENDA</a:t>
            </a:r>
            <a:endParaRPr/>
          </a:p>
        </p:txBody>
      </p:sp>
      <p:sp>
        <p:nvSpPr>
          <p:cNvPr id="319" name="Google Shape;319;p5"/>
          <p:cNvSpPr/>
          <p:nvPr/>
        </p:nvSpPr>
        <p:spPr>
          <a:xfrm>
            <a:off x="685800" y="2628900"/>
            <a:ext cx="400050" cy="3238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75"/>
              <a:buFont typeface="Arial"/>
              <a:buNone/>
            </a:pPr>
            <a:r>
              <a:rPr b="1" lang="es-MX" sz="1275">
                <a:solidFill>
                  <a:srgbClr val="147D80"/>
                </a:solidFill>
                <a:latin typeface="Arial"/>
                <a:ea typeface="Arial"/>
                <a:cs typeface="Arial"/>
                <a:sym typeface="Arial"/>
              </a:rPr>
              <a:t>01</a:t>
            </a:r>
            <a:endParaRPr/>
          </a:p>
        </p:txBody>
      </p:sp>
      <p:sp>
        <p:nvSpPr>
          <p:cNvPr id="320" name="Google Shape;320;p5"/>
          <p:cNvSpPr/>
          <p:nvPr/>
        </p:nvSpPr>
        <p:spPr>
          <a:xfrm>
            <a:off x="1238250" y="2628900"/>
            <a:ext cx="409575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Stock crítico visible</a:t>
            </a:r>
            <a:endParaRPr/>
          </a:p>
        </p:txBody>
      </p:sp>
      <p:sp>
        <p:nvSpPr>
          <p:cNvPr id="321" name="Google Shape;321;p5"/>
          <p:cNvSpPr/>
          <p:nvPr/>
        </p:nvSpPr>
        <p:spPr>
          <a:xfrm>
            <a:off x="5905500" y="2628900"/>
            <a:ext cx="51435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El equipo puede priorizar qué productos reponer.</a:t>
            </a:r>
            <a:endParaRPr/>
          </a:p>
        </p:txBody>
      </p:sp>
      <p:sp>
        <p:nvSpPr>
          <p:cNvPr id="322" name="Google Shape;322;p5"/>
          <p:cNvSpPr/>
          <p:nvPr/>
        </p:nvSpPr>
        <p:spPr>
          <a:xfrm>
            <a:off x="685800" y="3228975"/>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23" name="Google Shape;323;p5"/>
          <p:cNvSpPr/>
          <p:nvPr/>
        </p:nvSpPr>
        <p:spPr>
          <a:xfrm>
            <a:off x="685800" y="3409950"/>
            <a:ext cx="400050" cy="3238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75"/>
              <a:buFont typeface="Arial"/>
              <a:buNone/>
            </a:pPr>
            <a:r>
              <a:rPr b="1" lang="es-MX" sz="1275">
                <a:solidFill>
                  <a:srgbClr val="147D80"/>
                </a:solidFill>
                <a:latin typeface="Arial"/>
                <a:ea typeface="Arial"/>
                <a:cs typeface="Arial"/>
                <a:sym typeface="Arial"/>
              </a:rPr>
              <a:t>02</a:t>
            </a:r>
            <a:endParaRPr/>
          </a:p>
        </p:txBody>
      </p:sp>
      <p:sp>
        <p:nvSpPr>
          <p:cNvPr id="324" name="Google Shape;324;p5"/>
          <p:cNvSpPr/>
          <p:nvPr/>
        </p:nvSpPr>
        <p:spPr>
          <a:xfrm>
            <a:off x="1238250" y="3409950"/>
            <a:ext cx="409575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Pedido validado en Oracle</a:t>
            </a:r>
            <a:endParaRPr/>
          </a:p>
        </p:txBody>
      </p:sp>
      <p:sp>
        <p:nvSpPr>
          <p:cNvPr id="325" name="Google Shape;325;p5"/>
          <p:cNvSpPr/>
          <p:nvPr/>
        </p:nvSpPr>
        <p:spPr>
          <a:xfrm>
            <a:off x="5905500" y="3409950"/>
            <a:ext cx="51435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No se guarda una cantidad mayor al stock disponible.</a:t>
            </a:r>
            <a:endParaRPr/>
          </a:p>
        </p:txBody>
      </p:sp>
      <p:sp>
        <p:nvSpPr>
          <p:cNvPr id="326" name="Google Shape;326;p5"/>
          <p:cNvSpPr/>
          <p:nvPr/>
        </p:nvSpPr>
        <p:spPr>
          <a:xfrm>
            <a:off x="685800" y="4010025"/>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27" name="Google Shape;327;p5"/>
          <p:cNvSpPr/>
          <p:nvPr/>
        </p:nvSpPr>
        <p:spPr>
          <a:xfrm>
            <a:off x="685800" y="4191000"/>
            <a:ext cx="400050" cy="3238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75"/>
              <a:buFont typeface="Arial"/>
              <a:buNone/>
            </a:pPr>
            <a:r>
              <a:rPr b="1" lang="es-MX" sz="1275">
                <a:solidFill>
                  <a:srgbClr val="147D80"/>
                </a:solidFill>
                <a:latin typeface="Arial"/>
                <a:ea typeface="Arial"/>
                <a:cs typeface="Arial"/>
                <a:sym typeface="Arial"/>
              </a:rPr>
              <a:t>03</a:t>
            </a:r>
            <a:endParaRPr/>
          </a:p>
        </p:txBody>
      </p:sp>
      <p:sp>
        <p:nvSpPr>
          <p:cNvPr id="328" name="Google Shape;328;p5"/>
          <p:cNvSpPr/>
          <p:nvPr/>
        </p:nvSpPr>
        <p:spPr>
          <a:xfrm>
            <a:off x="1238250" y="4191000"/>
            <a:ext cx="409575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Stock descontado al guardar</a:t>
            </a:r>
            <a:endParaRPr/>
          </a:p>
        </p:txBody>
      </p:sp>
      <p:sp>
        <p:nvSpPr>
          <p:cNvPr id="329" name="Google Shape;329;p5"/>
          <p:cNvSpPr/>
          <p:nvPr/>
        </p:nvSpPr>
        <p:spPr>
          <a:xfrm>
            <a:off x="5905500" y="4191000"/>
            <a:ext cx="51435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El pedido actualiza existencias en el mismo flujo.</a:t>
            </a:r>
            <a:endParaRPr/>
          </a:p>
        </p:txBody>
      </p:sp>
      <p:sp>
        <p:nvSpPr>
          <p:cNvPr id="330" name="Google Shape;330;p5"/>
          <p:cNvSpPr/>
          <p:nvPr/>
        </p:nvSpPr>
        <p:spPr>
          <a:xfrm>
            <a:off x="685800" y="4791075"/>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31" name="Google Shape;331;p5"/>
          <p:cNvSpPr/>
          <p:nvPr/>
        </p:nvSpPr>
        <p:spPr>
          <a:xfrm>
            <a:off x="685800" y="4972050"/>
            <a:ext cx="400050" cy="3238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39B48"/>
              </a:buClr>
              <a:buSzPts val="1275"/>
              <a:buFont typeface="Arial"/>
              <a:buNone/>
            </a:pPr>
            <a:r>
              <a:rPr b="1" lang="es-MX" sz="1275">
                <a:solidFill>
                  <a:srgbClr val="E39B48"/>
                </a:solidFill>
                <a:latin typeface="Arial"/>
                <a:ea typeface="Arial"/>
                <a:cs typeface="Arial"/>
                <a:sym typeface="Arial"/>
              </a:rPr>
              <a:t>05</a:t>
            </a:r>
            <a:endParaRPr/>
          </a:p>
        </p:txBody>
      </p:sp>
      <p:sp>
        <p:nvSpPr>
          <p:cNvPr id="332" name="Google Shape;332;p5"/>
          <p:cNvSpPr/>
          <p:nvPr/>
        </p:nvSpPr>
        <p:spPr>
          <a:xfrm>
            <a:off x="1238250" y="4972050"/>
            <a:ext cx="409575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Cruce al mínimo registrado</a:t>
            </a:r>
            <a:endParaRPr/>
          </a:p>
        </p:txBody>
      </p:sp>
      <p:sp>
        <p:nvSpPr>
          <p:cNvPr id="333" name="Google Shape;333;p5"/>
          <p:cNvSpPr/>
          <p:nvPr/>
        </p:nvSpPr>
        <p:spPr>
          <a:xfrm>
            <a:off x="5905500" y="4972050"/>
            <a:ext cx="514350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Queda un evento para revisar cuándo cayó el stock.</a:t>
            </a:r>
            <a:endParaRPr/>
          </a:p>
        </p:txBody>
      </p:sp>
      <p:sp>
        <p:nvSpPr>
          <p:cNvPr id="334" name="Google Shape;334;p5"/>
          <p:cNvSpPr/>
          <p:nvPr/>
        </p:nvSpPr>
        <p:spPr>
          <a:xfrm>
            <a:off x="685800" y="5905500"/>
            <a:ext cx="10477500" cy="304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Así evitamos llevar una cuenta en la pantalla y otra distinta en la base de datos.</a:t>
            </a:r>
            <a:endParaRPr/>
          </a:p>
        </p:txBody>
      </p:sp>
      <p:sp>
        <p:nvSpPr>
          <p:cNvPr id="335" name="Google Shape;335;p5"/>
          <p:cNvSpPr/>
          <p:nvPr/>
        </p:nvSpPr>
        <p:spPr>
          <a:xfrm>
            <a:off x="685800" y="6457950"/>
            <a:ext cx="6667500" cy="190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653"/>
              <a:buFont typeface="Arial"/>
              <a:buNone/>
            </a:pPr>
            <a:r>
              <a:rPr b="1" lang="es-MX" sz="653">
                <a:solidFill>
                  <a:srgbClr val="66737C"/>
                </a:solidFill>
                <a:latin typeface="Arial"/>
                <a:ea typeface="Arial"/>
                <a:cs typeface="Arial"/>
                <a:sym typeface="Arial"/>
              </a:rPr>
              <a:t>BDY1103  ·  PROYECTO DE INVENTARIO</a:t>
            </a:r>
            <a:endParaRPr/>
          </a:p>
        </p:txBody>
      </p:sp>
      <p:sp>
        <p:nvSpPr>
          <p:cNvPr id="336" name="Google Shape;336;p5"/>
          <p:cNvSpPr/>
          <p:nvPr/>
        </p:nvSpPr>
        <p:spPr>
          <a:xfrm>
            <a:off x="11077575" y="6429375"/>
            <a:ext cx="419100" cy="20955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147D80"/>
              </a:buClr>
              <a:buSzPts val="770"/>
              <a:buFont typeface="Arial"/>
              <a:buNone/>
            </a:pPr>
            <a:r>
              <a:rPr b="1" lang="es-MX" sz="770">
                <a:solidFill>
                  <a:srgbClr val="147D80"/>
                </a:solidFill>
                <a:latin typeface="Arial"/>
                <a:ea typeface="Arial"/>
                <a:cs typeface="Arial"/>
                <a:sym typeface="Arial"/>
              </a:rPr>
              <a:t>04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341" name="Shape 341"/>
        <p:cNvGrpSpPr/>
        <p:nvPr/>
      </p:nvGrpSpPr>
      <p:grpSpPr>
        <a:xfrm>
          <a:off x="0" y="0"/>
          <a:ext cx="0" cy="0"/>
          <a:chOff x="0" y="0"/>
          <a:chExt cx="0" cy="0"/>
        </a:xfrm>
      </p:grpSpPr>
      <p:sp>
        <p:nvSpPr>
          <p:cNvPr id="342" name="Google Shape;342;p6"/>
          <p:cNvSpPr/>
          <p:nvPr/>
        </p:nvSpPr>
        <p:spPr>
          <a:xfrm>
            <a:off x="685800" y="266700"/>
            <a:ext cx="95250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FLUJO DE LA SOLUCIÓN</a:t>
            </a:r>
            <a:endParaRPr/>
          </a:p>
        </p:txBody>
      </p:sp>
      <p:sp>
        <p:nvSpPr>
          <p:cNvPr id="343" name="Google Shape;343;p6"/>
          <p:cNvSpPr/>
          <p:nvPr/>
        </p:nvSpPr>
        <p:spPr>
          <a:xfrm>
            <a:off x="685800" y="628650"/>
            <a:ext cx="10810875" cy="5905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625"/>
              <a:buFont typeface="Sorts Mill Goudy"/>
              <a:buNone/>
            </a:pPr>
            <a:r>
              <a:rPr b="1" lang="es-MX" sz="2625">
                <a:solidFill>
                  <a:srgbClr val="10283F"/>
                </a:solidFill>
                <a:latin typeface="Sorts Mill Goudy"/>
                <a:ea typeface="Sorts Mill Goudy"/>
                <a:cs typeface="Sorts Mill Goudy"/>
                <a:sym typeface="Sorts Mill Goudy"/>
              </a:rPr>
              <a:t>De la pantalla al stock actualizado</a:t>
            </a:r>
            <a:endParaRPr/>
          </a:p>
        </p:txBody>
      </p:sp>
      <p:sp>
        <p:nvSpPr>
          <p:cNvPr id="344" name="Google Shape;344;p6"/>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45" name="Google Shape;345;p6"/>
          <p:cNvSpPr/>
          <p:nvPr/>
        </p:nvSpPr>
        <p:spPr>
          <a:xfrm>
            <a:off x="685800" y="6457950"/>
            <a:ext cx="666750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66737C"/>
              </a:buClr>
              <a:buSzPts val="650"/>
              <a:buFont typeface="Sorts Mill Goudy"/>
              <a:buNone/>
            </a:pPr>
            <a:r>
              <a:rPr b="1" lang="es-MX" sz="650">
                <a:solidFill>
                  <a:srgbClr val="66737C"/>
                </a:solidFill>
                <a:latin typeface="Sorts Mill Goudy"/>
                <a:ea typeface="Sorts Mill Goudy"/>
                <a:cs typeface="Sorts Mill Goudy"/>
                <a:sym typeface="Sorts Mill Goudy"/>
              </a:rPr>
              <a:t>BDY1103  ·  PROYECTO DE INVENTARIO</a:t>
            </a:r>
            <a:endParaRPr/>
          </a:p>
        </p:txBody>
      </p:sp>
      <p:sp>
        <p:nvSpPr>
          <p:cNvPr id="346" name="Google Shape;346;p6"/>
          <p:cNvSpPr/>
          <p:nvPr/>
        </p:nvSpPr>
        <p:spPr>
          <a:xfrm>
            <a:off x="11077575" y="6429375"/>
            <a:ext cx="419100" cy="20955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147D80"/>
              </a:buClr>
              <a:buSzPts val="848"/>
              <a:buFont typeface="Sorts Mill Goudy"/>
              <a:buNone/>
            </a:pPr>
            <a:r>
              <a:rPr b="1" lang="es-MX" sz="848">
                <a:solidFill>
                  <a:srgbClr val="147D80"/>
                </a:solidFill>
                <a:latin typeface="Sorts Mill Goudy"/>
                <a:ea typeface="Sorts Mill Goudy"/>
                <a:cs typeface="Sorts Mill Goudy"/>
                <a:sym typeface="Sorts Mill Goudy"/>
              </a:rPr>
              <a:t>06</a:t>
            </a:r>
            <a:endParaRPr/>
          </a:p>
        </p:txBody>
      </p:sp>
      <p:sp>
        <p:nvSpPr>
          <p:cNvPr id="347" name="Google Shape;347;p6"/>
          <p:cNvSpPr/>
          <p:nvPr/>
        </p:nvSpPr>
        <p:spPr>
          <a:xfrm>
            <a:off x="685800" y="1628775"/>
            <a:ext cx="10287000" cy="381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650"/>
              <a:buFont typeface="Sorts Mill Goudy"/>
              <a:buNone/>
            </a:pPr>
            <a:r>
              <a:rPr b="1" lang="es-MX" sz="1650">
                <a:solidFill>
                  <a:srgbClr val="10283F"/>
                </a:solidFill>
                <a:latin typeface="Sorts Mill Goudy"/>
                <a:ea typeface="Sorts Mill Goudy"/>
                <a:cs typeface="Sorts Mill Goudy"/>
                <a:sym typeface="Sorts Mill Goudy"/>
              </a:rPr>
              <a:t>Cada pedido sigue un camino claro y termina guardado en Oracle.</a:t>
            </a:r>
            <a:endParaRPr/>
          </a:p>
        </p:txBody>
      </p:sp>
      <p:sp>
        <p:nvSpPr>
          <p:cNvPr id="348" name="Google Shape;348;p6"/>
          <p:cNvSpPr/>
          <p:nvPr/>
        </p:nvSpPr>
        <p:spPr>
          <a:xfrm>
            <a:off x="685800" y="2409825"/>
            <a:ext cx="21145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49" name="Google Shape;349;p6"/>
          <p:cNvSpPr/>
          <p:nvPr/>
        </p:nvSpPr>
        <p:spPr>
          <a:xfrm>
            <a:off x="685800" y="2609850"/>
            <a:ext cx="2095500"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QUIEN ATIENDE</a:t>
            </a:r>
            <a:endParaRPr/>
          </a:p>
        </p:txBody>
      </p:sp>
      <p:sp>
        <p:nvSpPr>
          <p:cNvPr id="350" name="Google Shape;350;p6"/>
          <p:cNvSpPr/>
          <p:nvPr/>
        </p:nvSpPr>
        <p:spPr>
          <a:xfrm>
            <a:off x="685800" y="3019425"/>
            <a:ext cx="2095500" cy="714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Busca un producto o prepara un pedido</a:t>
            </a:r>
            <a:endParaRPr/>
          </a:p>
        </p:txBody>
      </p:sp>
      <p:sp>
        <p:nvSpPr>
          <p:cNvPr id="351" name="Google Shape;351;p6"/>
          <p:cNvSpPr/>
          <p:nvPr/>
        </p:nvSpPr>
        <p:spPr>
          <a:xfrm>
            <a:off x="2876550" y="2886075"/>
            <a:ext cx="400050" cy="33337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E39B48"/>
              </a:buClr>
              <a:buSzPts val="1739"/>
              <a:buFont typeface="Sorts Mill Goudy"/>
              <a:buNone/>
            </a:pPr>
            <a:r>
              <a:rPr b="1" lang="es-MX" sz="1739">
                <a:solidFill>
                  <a:srgbClr val="E39B48"/>
                </a:solidFill>
                <a:latin typeface="Sorts Mill Goudy"/>
                <a:ea typeface="Sorts Mill Goudy"/>
                <a:cs typeface="Sorts Mill Goudy"/>
                <a:sym typeface="Sorts Mill Goudy"/>
              </a:rPr>
              <a:t>→</a:t>
            </a:r>
            <a:endParaRPr/>
          </a:p>
        </p:txBody>
      </p:sp>
      <p:sp>
        <p:nvSpPr>
          <p:cNvPr id="352" name="Google Shape;352;p6"/>
          <p:cNvSpPr/>
          <p:nvPr/>
        </p:nvSpPr>
        <p:spPr>
          <a:xfrm>
            <a:off x="3429000" y="2409825"/>
            <a:ext cx="21145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53" name="Google Shape;353;p6"/>
          <p:cNvSpPr/>
          <p:nvPr/>
        </p:nvSpPr>
        <p:spPr>
          <a:xfrm>
            <a:off x="3429000" y="2609850"/>
            <a:ext cx="2095500"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PÁGINA WEB</a:t>
            </a:r>
            <a:endParaRPr/>
          </a:p>
        </p:txBody>
      </p:sp>
      <p:sp>
        <p:nvSpPr>
          <p:cNvPr id="354" name="Google Shape;354;p6"/>
          <p:cNvSpPr/>
          <p:nvPr/>
        </p:nvSpPr>
        <p:spPr>
          <a:xfrm>
            <a:off x="3429000" y="3019425"/>
            <a:ext cx="2095500" cy="714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Muestra stock actual y mínimo</a:t>
            </a:r>
            <a:endParaRPr/>
          </a:p>
        </p:txBody>
      </p:sp>
      <p:sp>
        <p:nvSpPr>
          <p:cNvPr id="355" name="Google Shape;355;p6"/>
          <p:cNvSpPr/>
          <p:nvPr/>
        </p:nvSpPr>
        <p:spPr>
          <a:xfrm>
            <a:off x="5619750" y="2886075"/>
            <a:ext cx="400050" cy="33337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E39B48"/>
              </a:buClr>
              <a:buSzPts val="1739"/>
              <a:buFont typeface="Sorts Mill Goudy"/>
              <a:buNone/>
            </a:pPr>
            <a:r>
              <a:rPr b="1" lang="es-MX" sz="1739">
                <a:solidFill>
                  <a:srgbClr val="E39B48"/>
                </a:solidFill>
                <a:latin typeface="Sorts Mill Goudy"/>
                <a:ea typeface="Sorts Mill Goudy"/>
                <a:cs typeface="Sorts Mill Goudy"/>
                <a:sym typeface="Sorts Mill Goudy"/>
              </a:rPr>
              <a:t>→</a:t>
            </a:r>
            <a:endParaRPr/>
          </a:p>
        </p:txBody>
      </p:sp>
      <p:sp>
        <p:nvSpPr>
          <p:cNvPr id="356" name="Google Shape;356;p6"/>
          <p:cNvSpPr/>
          <p:nvPr/>
        </p:nvSpPr>
        <p:spPr>
          <a:xfrm>
            <a:off x="6172200" y="2409825"/>
            <a:ext cx="21145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57" name="Google Shape;357;p6"/>
          <p:cNvSpPr/>
          <p:nvPr/>
        </p:nvSpPr>
        <p:spPr>
          <a:xfrm>
            <a:off x="6172200" y="2609850"/>
            <a:ext cx="2095500"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JAVA</a:t>
            </a:r>
            <a:endParaRPr/>
          </a:p>
        </p:txBody>
      </p:sp>
      <p:sp>
        <p:nvSpPr>
          <p:cNvPr id="358" name="Google Shape;358;p6"/>
          <p:cNvSpPr/>
          <p:nvPr/>
        </p:nvSpPr>
        <p:spPr>
          <a:xfrm>
            <a:off x="6172200" y="3019425"/>
            <a:ext cx="2095500" cy="714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Recibe la consulta</a:t>
            </a:r>
            <a:endParaRPr/>
          </a:p>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o el pedido</a:t>
            </a:r>
            <a:endParaRPr/>
          </a:p>
        </p:txBody>
      </p:sp>
      <p:sp>
        <p:nvSpPr>
          <p:cNvPr id="359" name="Google Shape;359;p6"/>
          <p:cNvSpPr/>
          <p:nvPr/>
        </p:nvSpPr>
        <p:spPr>
          <a:xfrm>
            <a:off x="8362950" y="2886075"/>
            <a:ext cx="400050" cy="33337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E39B48"/>
              </a:buClr>
              <a:buSzPts val="1739"/>
              <a:buFont typeface="Sorts Mill Goudy"/>
              <a:buNone/>
            </a:pPr>
            <a:r>
              <a:rPr b="1" lang="es-MX" sz="1739">
                <a:solidFill>
                  <a:srgbClr val="E39B48"/>
                </a:solidFill>
                <a:latin typeface="Sorts Mill Goudy"/>
                <a:ea typeface="Sorts Mill Goudy"/>
                <a:cs typeface="Sorts Mill Goudy"/>
                <a:sym typeface="Sorts Mill Goudy"/>
              </a:rPr>
              <a:t>→</a:t>
            </a:r>
            <a:endParaRPr/>
          </a:p>
        </p:txBody>
      </p:sp>
      <p:sp>
        <p:nvSpPr>
          <p:cNvPr id="360" name="Google Shape;360;p6"/>
          <p:cNvSpPr/>
          <p:nvPr/>
        </p:nvSpPr>
        <p:spPr>
          <a:xfrm>
            <a:off x="8915400" y="2409825"/>
            <a:ext cx="2114550" cy="28575"/>
          </a:xfrm>
          <a:prstGeom prst="rect">
            <a:avLst/>
          </a:prstGeom>
          <a:solidFill>
            <a:srgbClr val="E39B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61" name="Google Shape;361;p6"/>
          <p:cNvSpPr/>
          <p:nvPr/>
        </p:nvSpPr>
        <p:spPr>
          <a:xfrm>
            <a:off x="8915400" y="2609850"/>
            <a:ext cx="2095500"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900"/>
              <a:buFont typeface="Sorts Mill Goudy"/>
              <a:buNone/>
            </a:pPr>
            <a:r>
              <a:rPr b="1" lang="es-MX" sz="900">
                <a:solidFill>
                  <a:srgbClr val="E39B48"/>
                </a:solidFill>
                <a:latin typeface="Sorts Mill Goudy"/>
                <a:ea typeface="Sorts Mill Goudy"/>
                <a:cs typeface="Sorts Mill Goudy"/>
                <a:sym typeface="Sorts Mill Goudy"/>
              </a:rPr>
              <a:t>ORACLE + PL/SQL</a:t>
            </a:r>
            <a:endParaRPr/>
          </a:p>
        </p:txBody>
      </p:sp>
      <p:sp>
        <p:nvSpPr>
          <p:cNvPr id="362" name="Google Shape;362;p6"/>
          <p:cNvSpPr/>
          <p:nvPr/>
        </p:nvSpPr>
        <p:spPr>
          <a:xfrm>
            <a:off x="8915400" y="3019425"/>
            <a:ext cx="2095500" cy="714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Valida y actualiza</a:t>
            </a:r>
            <a:endParaRPr/>
          </a:p>
          <a:p>
            <a:pPr indent="0" lvl="0" marL="0" marR="0" rtl="0" algn="l">
              <a:spcBef>
                <a:spcPts val="0"/>
              </a:spcBef>
              <a:spcAft>
                <a:spcPts val="0"/>
              </a:spcAft>
              <a:buClr>
                <a:srgbClr val="10283F"/>
              </a:buClr>
              <a:buSzPts val="1350"/>
              <a:buFont typeface="Sorts Mill Goudy"/>
              <a:buNone/>
            </a:pPr>
            <a:r>
              <a:rPr b="1" lang="es-MX" sz="1350">
                <a:solidFill>
                  <a:srgbClr val="10283F"/>
                </a:solidFill>
                <a:latin typeface="Sorts Mill Goudy"/>
                <a:ea typeface="Sorts Mill Goudy"/>
                <a:cs typeface="Sorts Mill Goudy"/>
                <a:sym typeface="Sorts Mill Goudy"/>
              </a:rPr>
              <a:t>las existencias</a:t>
            </a:r>
            <a:endParaRPr/>
          </a:p>
        </p:txBody>
      </p:sp>
      <p:sp>
        <p:nvSpPr>
          <p:cNvPr id="363" name="Google Shape;363;p6"/>
          <p:cNvSpPr/>
          <p:nvPr/>
        </p:nvSpPr>
        <p:spPr>
          <a:xfrm>
            <a:off x="685800" y="4276725"/>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64" name="Google Shape;364;p6"/>
          <p:cNvSpPr/>
          <p:nvPr/>
        </p:nvSpPr>
        <p:spPr>
          <a:xfrm>
            <a:off x="685800" y="4581525"/>
            <a:ext cx="2381250" cy="23812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CONEXIÓN JDBC</a:t>
            </a:r>
            <a:endParaRPr/>
          </a:p>
        </p:txBody>
      </p:sp>
      <p:sp>
        <p:nvSpPr>
          <p:cNvPr id="365" name="Google Shape;365;p6"/>
          <p:cNvSpPr/>
          <p:nvPr/>
        </p:nvSpPr>
        <p:spPr>
          <a:xfrm>
            <a:off x="685800" y="4914900"/>
            <a:ext cx="4667250" cy="495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75"/>
              <a:buFont typeface="Sorts Mill Goudy"/>
              <a:buNone/>
            </a:pPr>
            <a:r>
              <a:rPr b="0" lang="es-MX" sz="1275">
                <a:solidFill>
                  <a:srgbClr val="1E2C36"/>
                </a:solidFill>
                <a:latin typeface="Sorts Mill Goudy"/>
                <a:ea typeface="Sorts Mill Goudy"/>
                <a:cs typeface="Sorts Mill Goudy"/>
                <a:sym typeface="Sorts Mill Goudy"/>
              </a:rPr>
              <a:t>Java se conecta al mismo esquema que preparamos en SQL Developer.</a:t>
            </a:r>
            <a:endParaRPr/>
          </a:p>
        </p:txBody>
      </p:sp>
      <p:sp>
        <p:nvSpPr>
          <p:cNvPr id="366" name="Google Shape;366;p6"/>
          <p:cNvSpPr/>
          <p:nvPr/>
        </p:nvSpPr>
        <p:spPr>
          <a:xfrm>
            <a:off x="6172200" y="4581525"/>
            <a:ext cx="1809750" cy="23812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900"/>
              <a:buFont typeface="Sorts Mill Goudy"/>
              <a:buNone/>
            </a:pPr>
            <a:r>
              <a:rPr b="1" lang="es-MX" sz="900">
                <a:solidFill>
                  <a:srgbClr val="E39B48"/>
                </a:solidFill>
                <a:latin typeface="Sorts Mill Goudy"/>
                <a:ea typeface="Sorts Mill Goudy"/>
                <a:cs typeface="Sorts Mill Goudy"/>
                <a:sym typeface="Sorts Mill Goudy"/>
              </a:rPr>
              <a:t>REGLAS EN ORACLE</a:t>
            </a:r>
            <a:endParaRPr/>
          </a:p>
        </p:txBody>
      </p:sp>
      <p:sp>
        <p:nvSpPr>
          <p:cNvPr id="367" name="Google Shape;367;p6"/>
          <p:cNvSpPr/>
          <p:nvPr/>
        </p:nvSpPr>
        <p:spPr>
          <a:xfrm>
            <a:off x="6172200" y="4914900"/>
            <a:ext cx="4762500" cy="6286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75"/>
              <a:buFont typeface="Sorts Mill Goudy"/>
              <a:buNone/>
            </a:pPr>
            <a:r>
              <a:rPr b="0" lang="es-MX" sz="1275">
                <a:solidFill>
                  <a:srgbClr val="1E2C36"/>
                </a:solidFill>
                <a:latin typeface="Sorts Mill Goudy"/>
                <a:ea typeface="Sorts Mill Goudy"/>
                <a:cs typeface="Sorts Mill Goudy"/>
                <a:sym typeface="Sorts Mill Goudy"/>
              </a:rPr>
              <a:t>Oracle revisa el pedido; el trigger descuenta stock y registra si cruza el mínimo.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372" name="Shape 372"/>
        <p:cNvGrpSpPr/>
        <p:nvPr/>
      </p:nvGrpSpPr>
      <p:grpSpPr>
        <a:xfrm>
          <a:off x="0" y="0"/>
          <a:ext cx="0" cy="0"/>
          <a:chOff x="0" y="0"/>
          <a:chExt cx="0" cy="0"/>
        </a:xfrm>
      </p:grpSpPr>
      <p:sp>
        <p:nvSpPr>
          <p:cNvPr id="373" name="Google Shape;373;p7"/>
          <p:cNvSpPr/>
          <p:nvPr/>
        </p:nvSpPr>
        <p:spPr>
          <a:xfrm>
            <a:off x="685800" y="266700"/>
            <a:ext cx="102870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900"/>
              <a:buFont typeface="Arial"/>
              <a:buNone/>
            </a:pPr>
            <a:r>
              <a:rPr b="1" lang="es-MX" sz="900">
                <a:solidFill>
                  <a:srgbClr val="147D80"/>
                </a:solidFill>
                <a:latin typeface="Arial"/>
                <a:ea typeface="Arial"/>
                <a:cs typeface="Arial"/>
                <a:sym typeface="Arial"/>
              </a:rPr>
              <a:t>CONEXIÓN EN EL PROYECTO</a:t>
            </a:r>
            <a:endParaRPr/>
          </a:p>
        </p:txBody>
      </p:sp>
      <p:sp>
        <p:nvSpPr>
          <p:cNvPr id="374" name="Google Shape;374;p7"/>
          <p:cNvSpPr/>
          <p:nvPr/>
        </p:nvSpPr>
        <p:spPr>
          <a:xfrm>
            <a:off x="685800" y="628650"/>
            <a:ext cx="10820400" cy="5905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2625"/>
              <a:buFont typeface="Arial"/>
              <a:buNone/>
            </a:pPr>
            <a:r>
              <a:rPr b="1" lang="es-MX" sz="2625">
                <a:solidFill>
                  <a:srgbClr val="10283F"/>
                </a:solidFill>
                <a:latin typeface="Arial"/>
                <a:ea typeface="Arial"/>
                <a:cs typeface="Arial"/>
                <a:sym typeface="Arial"/>
              </a:rPr>
              <a:t>Cómo conectamos Java con Oracle</a:t>
            </a:r>
            <a:endParaRPr/>
          </a:p>
        </p:txBody>
      </p:sp>
      <p:sp>
        <p:nvSpPr>
          <p:cNvPr id="375" name="Google Shape;375;p7"/>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76" name="Google Shape;376;p7"/>
          <p:cNvSpPr/>
          <p:nvPr/>
        </p:nvSpPr>
        <p:spPr>
          <a:xfrm>
            <a:off x="685800" y="1562100"/>
            <a:ext cx="10820400" cy="4000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500"/>
              <a:buFont typeface="Arial"/>
              <a:buNone/>
            </a:pPr>
            <a:r>
              <a:rPr b="1" lang="es-MX" sz="1500">
                <a:solidFill>
                  <a:srgbClr val="10283F"/>
                </a:solidFill>
                <a:latin typeface="Arial"/>
                <a:ea typeface="Arial"/>
                <a:cs typeface="Arial"/>
                <a:sym typeface="Arial"/>
              </a:rPr>
              <a:t>Elegimos JDBC directo para entender la conexión desde una clase Java, con conceptos vistos en clases.</a:t>
            </a:r>
            <a:endParaRPr/>
          </a:p>
        </p:txBody>
      </p:sp>
      <p:sp>
        <p:nvSpPr>
          <p:cNvPr id="377" name="Google Shape;377;p7"/>
          <p:cNvSpPr/>
          <p:nvPr/>
        </p:nvSpPr>
        <p:spPr>
          <a:xfrm>
            <a:off x="685800" y="2133600"/>
            <a:ext cx="4667250" cy="3619500"/>
          </a:xfrm>
          <a:prstGeom prst="rect">
            <a:avLst/>
          </a:prstGeom>
          <a:solidFill>
            <a:srgbClr val="1028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78" name="Google Shape;378;p7"/>
          <p:cNvSpPr/>
          <p:nvPr/>
        </p:nvSpPr>
        <p:spPr>
          <a:xfrm>
            <a:off x="914400" y="2286000"/>
            <a:ext cx="4095750" cy="266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9E1DA"/>
              </a:buClr>
              <a:buSzPts val="1125"/>
              <a:buFont typeface="Arial"/>
              <a:buNone/>
            </a:pPr>
            <a:r>
              <a:rPr b="1" lang="es-MX" sz="1125">
                <a:solidFill>
                  <a:srgbClr val="B9E1DA"/>
                </a:solidFill>
                <a:latin typeface="Arial"/>
                <a:ea typeface="Arial"/>
                <a:cs typeface="Arial"/>
                <a:sym typeface="Arial"/>
              </a:rPr>
              <a:t>ConexionBD.java</a:t>
            </a:r>
            <a:endParaRPr/>
          </a:p>
        </p:txBody>
      </p:sp>
      <p:sp>
        <p:nvSpPr>
          <p:cNvPr id="379" name="Google Shape;379;p7"/>
          <p:cNvSpPr/>
          <p:nvPr/>
        </p:nvSpPr>
        <p:spPr>
          <a:xfrm>
            <a:off x="914400" y="2657475"/>
            <a:ext cx="4210050" cy="2333625"/>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1200"/>
              <a:buFont typeface="Arial"/>
              <a:buNone/>
            </a:pPr>
            <a:r>
              <a:rPr b="0" lang="es-MX" sz="1200">
                <a:solidFill>
                  <a:srgbClr val="FFFFFF"/>
                </a:solidFill>
                <a:latin typeface="Arial"/>
                <a:ea typeface="Arial"/>
                <a:cs typeface="Arial"/>
                <a:sym typeface="Arial"/>
              </a:rPr>
              <a:t>private static final String URL =</a:t>
            </a:r>
            <a:endParaRPr/>
          </a:p>
          <a:p>
            <a:pPr indent="0" lvl="0" marL="0" marR="0" rtl="0" algn="l">
              <a:spcBef>
                <a:spcPts val="0"/>
              </a:spcBef>
              <a:spcAft>
                <a:spcPts val="0"/>
              </a:spcAft>
              <a:buClr>
                <a:srgbClr val="FFFFFF"/>
              </a:buClr>
              <a:buSzPts val="1200"/>
              <a:buFont typeface="Arial"/>
              <a:buNone/>
            </a:pPr>
            <a:r>
              <a:rPr b="0" lang="es-MX" sz="1200">
                <a:solidFill>
                  <a:srgbClr val="FFFFFF"/>
                </a:solidFill>
                <a:latin typeface="Arial"/>
                <a:ea typeface="Arial"/>
                <a:cs typeface="Arial"/>
                <a:sym typeface="Arial"/>
              </a:rPr>
              <a:t>  "jdbc:oracle:thin:@//localhost:1521/XE";</a:t>
            </a:r>
            <a:endParaRPr/>
          </a:p>
          <a:p>
            <a:pPr indent="0" lvl="0" marL="0" marR="0" rtl="0" algn="l">
              <a:spcBef>
                <a:spcPts val="0"/>
              </a:spcBef>
              <a:spcAft>
                <a:spcPts val="0"/>
              </a:spcAft>
              <a:buClr>
                <a:srgbClr val="FFFFFF"/>
              </a:buClr>
              <a:buSzPts val="1200"/>
              <a:buFont typeface="Arial"/>
              <a:buNone/>
            </a:pPr>
            <a:r>
              <a:rPr b="0" lang="es-MX" sz="1200">
                <a:solidFill>
                  <a:srgbClr val="FFFFFF"/>
                </a:solidFill>
                <a:latin typeface="Arial"/>
                <a:ea typeface="Arial"/>
                <a:cs typeface="Arial"/>
                <a:sym typeface="Arial"/>
              </a:rPr>
              <a:t>private static final String USUARIO = "INVENTARIO";</a:t>
            </a:r>
            <a:endParaRPr/>
          </a:p>
          <a:p>
            <a:pPr indent="0" lvl="0" marL="0" marR="0" rtl="0" algn="l">
              <a:spcBef>
                <a:spcPts val="0"/>
              </a:spcBef>
              <a:spcAft>
                <a:spcPts val="0"/>
              </a:spcAft>
              <a:buClr>
                <a:srgbClr val="FFFFFF"/>
              </a:buClr>
              <a:buSzPts val="1200"/>
              <a:buFont typeface="Arial"/>
              <a:buNone/>
            </a:pPr>
            <a:r>
              <a:rPr b="0" lang="es-MX" sz="1200">
                <a:solidFill>
                  <a:srgbClr val="FFFFFF"/>
                </a:solidFill>
                <a:latin typeface="Arial"/>
                <a:ea typeface="Arial"/>
                <a:cs typeface="Arial"/>
                <a:sym typeface="Arial"/>
              </a:rPr>
              <a:t>private static final String CLAVE = "TU_CLAVE";</a:t>
            </a:r>
            <a:endParaRPr/>
          </a:p>
          <a:p>
            <a:pPr indent="0" lvl="0" marL="0" marR="0" rtl="0" algn="l">
              <a:spcBef>
                <a:spcPts val="0"/>
              </a:spcBef>
              <a:spcAft>
                <a:spcPts val="0"/>
              </a:spcAft>
              <a:buClr>
                <a:srgbClr val="FFFFFF"/>
              </a:buClr>
              <a:buSzPts val="1200"/>
              <a:buFont typeface="Arial"/>
              <a:buNone/>
            </a:pPr>
            <a:r>
              <a:t/>
            </a:r>
            <a:endParaRPr b="0" sz="1200">
              <a:solidFill>
                <a:srgbClr val="FFFFFF"/>
              </a:solidFill>
              <a:latin typeface="Arial"/>
              <a:ea typeface="Arial"/>
              <a:cs typeface="Arial"/>
              <a:sym typeface="Arial"/>
            </a:endParaRPr>
          </a:p>
          <a:p>
            <a:pPr indent="0" lvl="0" marL="0" marR="0" rtl="0" algn="l">
              <a:spcBef>
                <a:spcPts val="0"/>
              </a:spcBef>
              <a:spcAft>
                <a:spcPts val="0"/>
              </a:spcAft>
              <a:buClr>
                <a:srgbClr val="FFFFFF"/>
              </a:buClr>
              <a:buSzPts val="1200"/>
              <a:buFont typeface="Arial"/>
              <a:buNone/>
            </a:pPr>
            <a:r>
              <a:rPr b="0" lang="es-MX" sz="1200">
                <a:solidFill>
                  <a:srgbClr val="FFFFFF"/>
                </a:solidFill>
                <a:latin typeface="Arial"/>
                <a:ea typeface="Arial"/>
                <a:cs typeface="Arial"/>
                <a:sym typeface="Arial"/>
              </a:rPr>
              <a:t>DriverManager.getConnection(URL, USUARIO, CLAVE);</a:t>
            </a:r>
            <a:endParaRPr/>
          </a:p>
        </p:txBody>
      </p:sp>
      <p:sp>
        <p:nvSpPr>
          <p:cNvPr id="380" name="Google Shape;380;p7"/>
          <p:cNvSpPr/>
          <p:nvPr/>
        </p:nvSpPr>
        <p:spPr>
          <a:xfrm>
            <a:off x="914400" y="5257800"/>
            <a:ext cx="4171950" cy="3619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9E1DA"/>
              </a:buClr>
              <a:buSzPts val="975"/>
              <a:buFont typeface="Arial"/>
              <a:buNone/>
            </a:pPr>
            <a:r>
              <a:rPr b="0" lang="es-MX" sz="975">
                <a:solidFill>
                  <a:srgbClr val="B9E1DA"/>
                </a:solidFill>
                <a:latin typeface="Arial"/>
                <a:ea typeface="Arial"/>
                <a:cs typeface="Arial"/>
                <a:sym typeface="Arial"/>
              </a:rPr>
              <a:t>Usa el servicio de tu Oracle local. TU_CLAVE es un marcador; no subas la clave real.</a:t>
            </a:r>
            <a:endParaRPr/>
          </a:p>
        </p:txBody>
      </p:sp>
      <p:sp>
        <p:nvSpPr>
          <p:cNvPr id="381" name="Google Shape;381;p7"/>
          <p:cNvSpPr/>
          <p:nvPr/>
        </p:nvSpPr>
        <p:spPr>
          <a:xfrm>
            <a:off x="5810250" y="2133600"/>
            <a:ext cx="5619750" cy="342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500"/>
              <a:buFont typeface="Arial"/>
              <a:buNone/>
            </a:pPr>
            <a:r>
              <a:rPr b="1" lang="es-MX" sz="1500">
                <a:solidFill>
                  <a:srgbClr val="10283F"/>
                </a:solidFill>
                <a:latin typeface="Arial"/>
                <a:ea typeface="Arial"/>
                <a:cs typeface="Arial"/>
                <a:sym typeface="Arial"/>
              </a:rPr>
              <a:t>Qué hicimos, paso a paso</a:t>
            </a:r>
            <a:endParaRPr/>
          </a:p>
        </p:txBody>
      </p:sp>
      <p:sp>
        <p:nvSpPr>
          <p:cNvPr id="382" name="Google Shape;382;p7"/>
          <p:cNvSpPr/>
          <p:nvPr/>
        </p:nvSpPr>
        <p:spPr>
          <a:xfrm>
            <a:off x="5810250" y="2647950"/>
            <a:ext cx="4000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01</a:t>
            </a:r>
            <a:endParaRPr/>
          </a:p>
        </p:txBody>
      </p:sp>
      <p:sp>
        <p:nvSpPr>
          <p:cNvPr id="383" name="Google Shape;383;p7"/>
          <p:cNvSpPr/>
          <p:nvPr/>
        </p:nvSpPr>
        <p:spPr>
          <a:xfrm>
            <a:off x="6324600" y="2647950"/>
            <a:ext cx="5048250" cy="266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275"/>
              <a:buFont typeface="Arial"/>
              <a:buNone/>
            </a:pPr>
            <a:r>
              <a:rPr b="1" lang="es-MX" sz="1275">
                <a:solidFill>
                  <a:srgbClr val="10283F"/>
                </a:solidFill>
                <a:latin typeface="Arial"/>
                <a:ea typeface="Arial"/>
                <a:cs typeface="Arial"/>
                <a:sym typeface="Arial"/>
              </a:rPr>
              <a:t>Preparar las tablas</a:t>
            </a:r>
            <a:endParaRPr/>
          </a:p>
        </p:txBody>
      </p:sp>
      <p:sp>
        <p:nvSpPr>
          <p:cNvPr id="384" name="Google Shape;384;p7"/>
          <p:cNvSpPr/>
          <p:nvPr/>
        </p:nvSpPr>
        <p:spPr>
          <a:xfrm>
            <a:off x="6324600" y="2943225"/>
            <a:ext cx="5067300" cy="41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1125"/>
              <a:buFont typeface="Arial"/>
              <a:buNone/>
            </a:pPr>
            <a:r>
              <a:rPr b="0" lang="es-MX" sz="1125">
                <a:solidFill>
                  <a:srgbClr val="66737C"/>
                </a:solidFill>
                <a:latin typeface="Arial"/>
                <a:ea typeface="Arial"/>
                <a:cs typeface="Arial"/>
                <a:sym typeface="Arial"/>
              </a:rPr>
              <a:t>En SQL Developer, entra como INVENTARIO y ejecuta el script con F5.</a:t>
            </a:r>
            <a:endParaRPr/>
          </a:p>
        </p:txBody>
      </p:sp>
      <p:sp>
        <p:nvSpPr>
          <p:cNvPr id="385" name="Google Shape;385;p7"/>
          <p:cNvSpPr/>
          <p:nvPr/>
        </p:nvSpPr>
        <p:spPr>
          <a:xfrm>
            <a:off x="5810250" y="3390900"/>
            <a:ext cx="56007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86" name="Google Shape;386;p7"/>
          <p:cNvSpPr/>
          <p:nvPr/>
        </p:nvSpPr>
        <p:spPr>
          <a:xfrm>
            <a:off x="5810250" y="3429000"/>
            <a:ext cx="4000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02</a:t>
            </a:r>
            <a:endParaRPr/>
          </a:p>
        </p:txBody>
      </p:sp>
      <p:sp>
        <p:nvSpPr>
          <p:cNvPr id="387" name="Google Shape;387;p7"/>
          <p:cNvSpPr/>
          <p:nvPr/>
        </p:nvSpPr>
        <p:spPr>
          <a:xfrm>
            <a:off x="6324600" y="3429000"/>
            <a:ext cx="5048250" cy="266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275"/>
              <a:buFont typeface="Arial"/>
              <a:buNone/>
            </a:pPr>
            <a:r>
              <a:rPr b="1" lang="es-MX" sz="1275">
                <a:solidFill>
                  <a:srgbClr val="10283F"/>
                </a:solidFill>
                <a:latin typeface="Arial"/>
                <a:ea typeface="Arial"/>
                <a:cs typeface="Arial"/>
                <a:sym typeface="Arial"/>
              </a:rPr>
              <a:t>Copiar la conexión</a:t>
            </a:r>
            <a:endParaRPr/>
          </a:p>
        </p:txBody>
      </p:sp>
      <p:sp>
        <p:nvSpPr>
          <p:cNvPr id="388" name="Google Shape;388;p7"/>
          <p:cNvSpPr/>
          <p:nvPr/>
        </p:nvSpPr>
        <p:spPr>
          <a:xfrm>
            <a:off x="6324600" y="3724275"/>
            <a:ext cx="5067300" cy="41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1125"/>
              <a:buFont typeface="Arial"/>
              <a:buNone/>
            </a:pPr>
            <a:r>
              <a:rPr b="0" lang="es-MX" sz="1125">
                <a:solidFill>
                  <a:srgbClr val="66737C"/>
                </a:solidFill>
                <a:latin typeface="Arial"/>
                <a:ea typeface="Arial"/>
                <a:cs typeface="Arial"/>
                <a:sym typeface="Arial"/>
              </a:rPr>
              <a:t>En ConexionBD.java van host, puerto, servicio, usuario y clave local.</a:t>
            </a:r>
            <a:endParaRPr/>
          </a:p>
        </p:txBody>
      </p:sp>
      <p:sp>
        <p:nvSpPr>
          <p:cNvPr id="389" name="Google Shape;389;p7"/>
          <p:cNvSpPr/>
          <p:nvPr/>
        </p:nvSpPr>
        <p:spPr>
          <a:xfrm>
            <a:off x="5810250" y="4171950"/>
            <a:ext cx="56007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90" name="Google Shape;390;p7"/>
          <p:cNvSpPr/>
          <p:nvPr/>
        </p:nvSpPr>
        <p:spPr>
          <a:xfrm>
            <a:off x="5810250" y="4210050"/>
            <a:ext cx="4000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03</a:t>
            </a:r>
            <a:endParaRPr/>
          </a:p>
        </p:txBody>
      </p:sp>
      <p:sp>
        <p:nvSpPr>
          <p:cNvPr id="391" name="Google Shape;391;p7"/>
          <p:cNvSpPr/>
          <p:nvPr/>
        </p:nvSpPr>
        <p:spPr>
          <a:xfrm>
            <a:off x="6324600" y="4210050"/>
            <a:ext cx="5048250" cy="266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275"/>
              <a:buFont typeface="Arial"/>
              <a:buNone/>
            </a:pPr>
            <a:r>
              <a:rPr b="1" lang="es-MX" sz="1275">
                <a:solidFill>
                  <a:srgbClr val="10283F"/>
                </a:solidFill>
                <a:latin typeface="Arial"/>
                <a:ea typeface="Arial"/>
                <a:cs typeface="Arial"/>
                <a:sym typeface="Arial"/>
              </a:rPr>
              <a:t>Agregar el driver</a:t>
            </a:r>
            <a:endParaRPr/>
          </a:p>
        </p:txBody>
      </p:sp>
      <p:sp>
        <p:nvSpPr>
          <p:cNvPr id="392" name="Google Shape;392;p7"/>
          <p:cNvSpPr/>
          <p:nvPr/>
        </p:nvSpPr>
        <p:spPr>
          <a:xfrm>
            <a:off x="6324600" y="4505325"/>
            <a:ext cx="5067300" cy="41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1125"/>
              <a:buFont typeface="Arial"/>
              <a:buNone/>
            </a:pPr>
            <a:r>
              <a:rPr b="0" lang="es-MX" sz="1125">
                <a:solidFill>
                  <a:srgbClr val="66737C"/>
                </a:solidFill>
                <a:latin typeface="Arial"/>
                <a:ea typeface="Arial"/>
                <a:cs typeface="Arial"/>
                <a:sym typeface="Arial"/>
              </a:rPr>
              <a:t>pom.xml incluye ojdbc11; Maven lo obtiene al compilar.</a:t>
            </a:r>
            <a:endParaRPr/>
          </a:p>
        </p:txBody>
      </p:sp>
      <p:sp>
        <p:nvSpPr>
          <p:cNvPr id="393" name="Google Shape;393;p7"/>
          <p:cNvSpPr/>
          <p:nvPr/>
        </p:nvSpPr>
        <p:spPr>
          <a:xfrm>
            <a:off x="5810250" y="4953000"/>
            <a:ext cx="56007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394" name="Google Shape;394;p7"/>
          <p:cNvSpPr/>
          <p:nvPr/>
        </p:nvSpPr>
        <p:spPr>
          <a:xfrm>
            <a:off x="5810250" y="4991100"/>
            <a:ext cx="4000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39B48"/>
              </a:buClr>
              <a:buSzPts val="1200"/>
              <a:buFont typeface="Arial"/>
              <a:buNone/>
            </a:pPr>
            <a:r>
              <a:rPr b="1" lang="es-MX" sz="1200">
                <a:solidFill>
                  <a:srgbClr val="E39B48"/>
                </a:solidFill>
                <a:latin typeface="Arial"/>
                <a:ea typeface="Arial"/>
                <a:cs typeface="Arial"/>
                <a:sym typeface="Arial"/>
              </a:rPr>
              <a:t>04</a:t>
            </a:r>
            <a:endParaRPr/>
          </a:p>
        </p:txBody>
      </p:sp>
      <p:sp>
        <p:nvSpPr>
          <p:cNvPr id="395" name="Google Shape;395;p7"/>
          <p:cNvSpPr/>
          <p:nvPr/>
        </p:nvSpPr>
        <p:spPr>
          <a:xfrm>
            <a:off x="6324600" y="4991100"/>
            <a:ext cx="5048250" cy="266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275"/>
              <a:buFont typeface="Arial"/>
              <a:buNone/>
            </a:pPr>
            <a:r>
              <a:rPr b="1" lang="es-MX" sz="1275">
                <a:solidFill>
                  <a:srgbClr val="10283F"/>
                </a:solidFill>
                <a:latin typeface="Arial"/>
                <a:ea typeface="Arial"/>
                <a:cs typeface="Arial"/>
                <a:sym typeface="Arial"/>
              </a:rPr>
              <a:t>Probar al iniciar</a:t>
            </a:r>
            <a:endParaRPr/>
          </a:p>
        </p:txBody>
      </p:sp>
      <p:sp>
        <p:nvSpPr>
          <p:cNvPr id="396" name="Google Shape;396;p7"/>
          <p:cNvSpPr/>
          <p:nvPr/>
        </p:nvSpPr>
        <p:spPr>
          <a:xfrm>
            <a:off x="6324600" y="5286375"/>
            <a:ext cx="5067300" cy="419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1125"/>
              <a:buFont typeface="Arial"/>
              <a:buNone/>
            </a:pPr>
            <a:r>
              <a:rPr b="0" lang="es-MX" sz="1125">
                <a:solidFill>
                  <a:srgbClr val="66737C"/>
                </a:solidFill>
                <a:latin typeface="Arial"/>
                <a:ea typeface="Arial"/>
                <a:cs typeface="Arial"/>
                <a:sym typeface="Arial"/>
              </a:rPr>
              <a:t>App.java abre JDBC y consulta Oracle antes de mostrar localhost:8080.</a:t>
            </a:r>
            <a:endParaRPr/>
          </a:p>
        </p:txBody>
      </p:sp>
      <p:sp>
        <p:nvSpPr>
          <p:cNvPr id="397" name="Google Shape;397;p7"/>
          <p:cNvSpPr/>
          <p:nvPr/>
        </p:nvSpPr>
        <p:spPr>
          <a:xfrm>
            <a:off x="685800" y="6457950"/>
            <a:ext cx="6667500" cy="190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653"/>
              <a:buFont typeface="Arial"/>
              <a:buNone/>
            </a:pPr>
            <a:r>
              <a:rPr b="1" lang="es-MX" sz="653">
                <a:solidFill>
                  <a:srgbClr val="66737C"/>
                </a:solidFill>
                <a:latin typeface="Arial"/>
                <a:ea typeface="Arial"/>
                <a:cs typeface="Arial"/>
                <a:sym typeface="Arial"/>
              </a:rPr>
              <a:t>BDY1103  ·  PROYECTO DE INVENTARIO</a:t>
            </a:r>
            <a:endParaRPr/>
          </a:p>
        </p:txBody>
      </p:sp>
      <p:sp>
        <p:nvSpPr>
          <p:cNvPr id="398" name="Google Shape;398;p7"/>
          <p:cNvSpPr/>
          <p:nvPr/>
        </p:nvSpPr>
        <p:spPr>
          <a:xfrm>
            <a:off x="11077575" y="6429375"/>
            <a:ext cx="419100" cy="20955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147D80"/>
              </a:buClr>
              <a:buSzPts val="770"/>
              <a:buFont typeface="Arial"/>
              <a:buNone/>
            </a:pPr>
            <a:r>
              <a:rPr b="1" lang="es-MX" sz="770">
                <a:solidFill>
                  <a:srgbClr val="147D8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403" name="Shape 403"/>
        <p:cNvGrpSpPr/>
        <p:nvPr/>
      </p:nvGrpSpPr>
      <p:grpSpPr>
        <a:xfrm>
          <a:off x="0" y="0"/>
          <a:ext cx="0" cy="0"/>
          <a:chOff x="0" y="0"/>
          <a:chExt cx="0" cy="0"/>
        </a:xfrm>
      </p:grpSpPr>
      <p:sp>
        <p:nvSpPr>
          <p:cNvPr id="404" name="Google Shape;404;p8"/>
          <p:cNvSpPr/>
          <p:nvPr/>
        </p:nvSpPr>
        <p:spPr>
          <a:xfrm>
            <a:off x="685800" y="266700"/>
            <a:ext cx="95250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USO DEL SISTEMA</a:t>
            </a:r>
            <a:endParaRPr/>
          </a:p>
        </p:txBody>
      </p:sp>
      <p:sp>
        <p:nvSpPr>
          <p:cNvPr id="405" name="Google Shape;405;p8"/>
          <p:cNvSpPr/>
          <p:nvPr/>
        </p:nvSpPr>
        <p:spPr>
          <a:xfrm>
            <a:off x="685800" y="628650"/>
            <a:ext cx="10810875" cy="5905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625"/>
              <a:buFont typeface="Sorts Mill Goudy"/>
              <a:buNone/>
            </a:pPr>
            <a:r>
              <a:rPr b="1" lang="es-MX" sz="2625">
                <a:solidFill>
                  <a:srgbClr val="10283F"/>
                </a:solidFill>
                <a:latin typeface="Sorts Mill Goudy"/>
                <a:ea typeface="Sorts Mill Goudy"/>
                <a:cs typeface="Sorts Mill Goudy"/>
                <a:sym typeface="Sorts Mill Goudy"/>
              </a:rPr>
              <a:t>La pantalla para revisar inventario</a:t>
            </a:r>
            <a:endParaRPr/>
          </a:p>
        </p:txBody>
      </p:sp>
      <p:sp>
        <p:nvSpPr>
          <p:cNvPr id="406" name="Google Shape;406;p8"/>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07" name="Google Shape;407;p8"/>
          <p:cNvSpPr/>
          <p:nvPr/>
        </p:nvSpPr>
        <p:spPr>
          <a:xfrm>
            <a:off x="685800" y="6457950"/>
            <a:ext cx="666750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66737C"/>
              </a:buClr>
              <a:buSzPts val="650"/>
              <a:buFont typeface="Sorts Mill Goudy"/>
              <a:buNone/>
            </a:pPr>
            <a:r>
              <a:rPr b="1" lang="es-MX" sz="650">
                <a:solidFill>
                  <a:srgbClr val="66737C"/>
                </a:solidFill>
                <a:latin typeface="Sorts Mill Goudy"/>
                <a:ea typeface="Sorts Mill Goudy"/>
                <a:cs typeface="Sorts Mill Goudy"/>
                <a:sym typeface="Sorts Mill Goudy"/>
              </a:rPr>
              <a:t>BDY1103  ·  PROYECTO DE INVENTARIO</a:t>
            </a:r>
            <a:endParaRPr/>
          </a:p>
        </p:txBody>
      </p:sp>
      <p:sp>
        <p:nvSpPr>
          <p:cNvPr id="408" name="Google Shape;408;p8"/>
          <p:cNvSpPr/>
          <p:nvPr/>
        </p:nvSpPr>
        <p:spPr>
          <a:xfrm>
            <a:off x="11077575" y="6429375"/>
            <a:ext cx="419100" cy="20955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147D80"/>
              </a:buClr>
              <a:buSzPts val="848"/>
              <a:buFont typeface="Sorts Mill Goudy"/>
              <a:buNone/>
            </a:pPr>
            <a:r>
              <a:rPr b="1" lang="es-MX" sz="848">
                <a:solidFill>
                  <a:srgbClr val="147D80"/>
                </a:solidFill>
                <a:latin typeface="Sorts Mill Goudy"/>
                <a:ea typeface="Sorts Mill Goudy"/>
                <a:cs typeface="Sorts Mill Goudy"/>
                <a:sym typeface="Sorts Mill Goudy"/>
              </a:rPr>
              <a:t>08</a:t>
            </a:r>
            <a:endParaRPr/>
          </a:p>
        </p:txBody>
      </p:sp>
      <p:sp>
        <p:nvSpPr>
          <p:cNvPr id="409" name="Google Shape;409;p8"/>
          <p:cNvSpPr/>
          <p:nvPr/>
        </p:nvSpPr>
        <p:spPr>
          <a:xfrm>
            <a:off x="685800" y="1704975"/>
            <a:ext cx="6191250" cy="3905250"/>
          </a:xfrm>
          <a:prstGeom prst="roundRect">
            <a:avLst>
              <a:gd fmla="val 1951" name="adj"/>
            </a:avLst>
          </a:prstGeom>
          <a:solidFill>
            <a:srgbClr val="FFFFFF"/>
          </a:solidFill>
          <a:ln cap="flat" cmpd="sng" w="9525">
            <a:solidFill>
              <a:srgbClr val="D6DED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10" name="Google Shape;410;p8"/>
          <p:cNvSpPr/>
          <p:nvPr/>
        </p:nvSpPr>
        <p:spPr>
          <a:xfrm>
            <a:off x="685800" y="1704975"/>
            <a:ext cx="6191250" cy="457200"/>
          </a:xfrm>
          <a:prstGeom prst="rect">
            <a:avLst/>
          </a:prstGeom>
          <a:solidFill>
            <a:srgbClr val="1028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11" name="Google Shape;411;p8"/>
          <p:cNvSpPr/>
          <p:nvPr/>
        </p:nvSpPr>
        <p:spPr>
          <a:xfrm>
            <a:off x="895350" y="1809750"/>
            <a:ext cx="4762500" cy="2476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900"/>
              <a:buFont typeface="Sorts Mill Goudy"/>
              <a:buNone/>
            </a:pPr>
            <a:r>
              <a:rPr b="1" lang="es-MX" sz="900">
                <a:solidFill>
                  <a:srgbClr val="FFFFFF"/>
                </a:solidFill>
                <a:latin typeface="Sorts Mill Goudy"/>
                <a:ea typeface="Sorts Mill Goudy"/>
                <a:cs typeface="Sorts Mill Goudy"/>
                <a:sym typeface="Sorts Mill Goudy"/>
              </a:rPr>
              <a:t>NODO     /     CONTROL DE INVENTARIO</a:t>
            </a:r>
            <a:endParaRPr/>
          </a:p>
        </p:txBody>
      </p:sp>
      <p:sp>
        <p:nvSpPr>
          <p:cNvPr id="412" name="Google Shape;412;p8"/>
          <p:cNvSpPr/>
          <p:nvPr/>
        </p:nvSpPr>
        <p:spPr>
          <a:xfrm>
            <a:off x="914400" y="2400300"/>
            <a:ext cx="4762500" cy="3810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800"/>
              <a:buFont typeface="Sorts Mill Goudy"/>
              <a:buNone/>
            </a:pPr>
            <a:r>
              <a:rPr b="1" lang="es-MX" sz="1800">
                <a:solidFill>
                  <a:srgbClr val="10283F"/>
                </a:solidFill>
                <a:latin typeface="Sorts Mill Goudy"/>
                <a:ea typeface="Sorts Mill Goudy"/>
                <a:cs typeface="Sorts Mill Goudy"/>
                <a:sym typeface="Sorts Mill Goudy"/>
              </a:rPr>
              <a:t>Inventario bajo control.</a:t>
            </a:r>
            <a:endParaRPr/>
          </a:p>
        </p:txBody>
      </p:sp>
      <p:sp>
        <p:nvSpPr>
          <p:cNvPr id="413" name="Google Shape;413;p8"/>
          <p:cNvSpPr/>
          <p:nvPr/>
        </p:nvSpPr>
        <p:spPr>
          <a:xfrm>
            <a:off x="914400" y="2905125"/>
            <a:ext cx="1476375"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900"/>
              <a:buFont typeface="Sorts Mill Goudy"/>
              <a:buNone/>
            </a:pPr>
            <a:r>
              <a:rPr b="0" lang="es-MX" sz="900">
                <a:solidFill>
                  <a:srgbClr val="66737C"/>
                </a:solidFill>
                <a:latin typeface="Sorts Mill Goudy"/>
                <a:ea typeface="Sorts Mill Goudy"/>
                <a:cs typeface="Sorts Mill Goudy"/>
                <a:sym typeface="Sorts Mill Goudy"/>
              </a:rPr>
              <a:t>1</a:t>
            </a:r>
            <a:r>
              <a:rPr lang="es-MX" sz="900">
                <a:solidFill>
                  <a:srgbClr val="66737C"/>
                </a:solidFill>
                <a:latin typeface="Sorts Mill Goudy"/>
                <a:ea typeface="Sorts Mill Goudy"/>
                <a:cs typeface="Sorts Mill Goudy"/>
                <a:sym typeface="Sorts Mill Goudy"/>
              </a:rPr>
              <a:t>1 </a:t>
            </a:r>
            <a:r>
              <a:rPr b="0" lang="es-MX" sz="900">
                <a:solidFill>
                  <a:srgbClr val="66737C"/>
                </a:solidFill>
                <a:latin typeface="Sorts Mill Goudy"/>
                <a:ea typeface="Sorts Mill Goudy"/>
                <a:cs typeface="Sorts Mill Goudy"/>
                <a:sym typeface="Sorts Mill Goudy"/>
              </a:rPr>
              <a:t>productos</a:t>
            </a:r>
            <a:endParaRPr/>
          </a:p>
        </p:txBody>
      </p:sp>
      <p:sp>
        <p:nvSpPr>
          <p:cNvPr id="414" name="Google Shape;414;p8"/>
          <p:cNvSpPr/>
          <p:nvPr/>
        </p:nvSpPr>
        <p:spPr>
          <a:xfrm>
            <a:off x="2676525" y="2905125"/>
            <a:ext cx="161925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900"/>
              <a:buFont typeface="Sorts Mill Goudy"/>
              <a:buNone/>
            </a:pPr>
            <a:r>
              <a:rPr b="1" lang="es-MX" sz="900">
                <a:solidFill>
                  <a:srgbClr val="E39B48"/>
                </a:solidFill>
                <a:latin typeface="Sorts Mill Goudy"/>
                <a:ea typeface="Sorts Mill Goudy"/>
                <a:cs typeface="Sorts Mill Goudy"/>
                <a:sym typeface="Sorts Mill Goudy"/>
              </a:rPr>
              <a:t>4 bajo mínimo</a:t>
            </a:r>
            <a:endParaRPr/>
          </a:p>
        </p:txBody>
      </p:sp>
      <p:sp>
        <p:nvSpPr>
          <p:cNvPr id="415" name="Google Shape;415;p8"/>
          <p:cNvSpPr/>
          <p:nvPr/>
        </p:nvSpPr>
        <p:spPr>
          <a:xfrm>
            <a:off x="914400" y="3257550"/>
            <a:ext cx="5572125"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16" name="Google Shape;416;p8"/>
          <p:cNvSpPr/>
          <p:nvPr/>
        </p:nvSpPr>
        <p:spPr>
          <a:xfrm>
            <a:off x="914400" y="3429000"/>
            <a:ext cx="2857500"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962"/>
              <a:buFont typeface="Sorts Mill Goudy"/>
              <a:buNone/>
            </a:pPr>
            <a:r>
              <a:rPr b="1" lang="es-MX" sz="963">
                <a:solidFill>
                  <a:srgbClr val="10283F"/>
                </a:solidFill>
                <a:latin typeface="Sorts Mill Goudy"/>
                <a:ea typeface="Sorts Mill Goudy"/>
                <a:cs typeface="Sorts Mill Goudy"/>
                <a:sym typeface="Sorts Mill Goudy"/>
              </a:rPr>
              <a:t>Intel Core i5-14600K</a:t>
            </a:r>
            <a:endParaRPr/>
          </a:p>
        </p:txBody>
      </p:sp>
      <p:sp>
        <p:nvSpPr>
          <p:cNvPr id="417" name="Google Shape;417;p8"/>
          <p:cNvSpPr/>
          <p:nvPr/>
        </p:nvSpPr>
        <p:spPr>
          <a:xfrm>
            <a:off x="4191000" y="3429000"/>
            <a:ext cx="1000125"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574F"/>
              </a:buClr>
              <a:buSzPts val="962"/>
              <a:buFont typeface="Sorts Mill Goudy"/>
              <a:buNone/>
            </a:pPr>
            <a:r>
              <a:rPr b="1" lang="es-MX" sz="963">
                <a:solidFill>
                  <a:srgbClr val="B9574F"/>
                </a:solidFill>
                <a:latin typeface="Sorts Mill Goudy"/>
                <a:ea typeface="Sorts Mill Goudy"/>
                <a:cs typeface="Sorts Mill Goudy"/>
                <a:sym typeface="Sorts Mill Goudy"/>
              </a:rPr>
              <a:t>3 / 5</a:t>
            </a:r>
            <a:endParaRPr/>
          </a:p>
        </p:txBody>
      </p:sp>
      <p:sp>
        <p:nvSpPr>
          <p:cNvPr id="418" name="Google Shape;418;p8"/>
          <p:cNvSpPr/>
          <p:nvPr/>
        </p:nvSpPr>
        <p:spPr>
          <a:xfrm>
            <a:off x="5314950" y="3429000"/>
            <a:ext cx="11049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750"/>
              <a:buFont typeface="Sorts Mill Goudy"/>
              <a:buNone/>
            </a:pPr>
            <a:r>
              <a:rPr b="1" lang="es-MX" sz="750">
                <a:solidFill>
                  <a:srgbClr val="E39B48"/>
                </a:solidFill>
                <a:latin typeface="Sorts Mill Goudy"/>
                <a:ea typeface="Sorts Mill Goudy"/>
                <a:cs typeface="Sorts Mill Goudy"/>
                <a:sym typeface="Sorts Mill Goudy"/>
              </a:rPr>
              <a:t>REPOSICIÓN</a:t>
            </a:r>
            <a:endParaRPr/>
          </a:p>
        </p:txBody>
      </p:sp>
      <p:sp>
        <p:nvSpPr>
          <p:cNvPr id="419" name="Google Shape;419;p8"/>
          <p:cNvSpPr/>
          <p:nvPr/>
        </p:nvSpPr>
        <p:spPr>
          <a:xfrm>
            <a:off x="914400" y="3752850"/>
            <a:ext cx="5572125"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20" name="Google Shape;420;p8"/>
          <p:cNvSpPr/>
          <p:nvPr/>
        </p:nvSpPr>
        <p:spPr>
          <a:xfrm>
            <a:off x="914400" y="3876675"/>
            <a:ext cx="2857500"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962"/>
              <a:buFont typeface="Sorts Mill Goudy"/>
              <a:buNone/>
            </a:pPr>
            <a:r>
              <a:rPr b="1" lang="es-MX" sz="963">
                <a:solidFill>
                  <a:srgbClr val="10283F"/>
                </a:solidFill>
                <a:latin typeface="Sorts Mill Goudy"/>
                <a:ea typeface="Sorts Mill Goudy"/>
                <a:cs typeface="Sorts Mill Goudy"/>
                <a:sym typeface="Sorts Mill Goudy"/>
              </a:rPr>
              <a:t>NVIDIA RTX 4070 Super</a:t>
            </a:r>
            <a:endParaRPr/>
          </a:p>
        </p:txBody>
      </p:sp>
      <p:sp>
        <p:nvSpPr>
          <p:cNvPr id="421" name="Google Shape;421;p8"/>
          <p:cNvSpPr/>
          <p:nvPr/>
        </p:nvSpPr>
        <p:spPr>
          <a:xfrm>
            <a:off x="4191000" y="3876675"/>
            <a:ext cx="1000125"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574F"/>
              </a:buClr>
              <a:buSzPts val="962"/>
              <a:buFont typeface="Sorts Mill Goudy"/>
              <a:buNone/>
            </a:pPr>
            <a:r>
              <a:rPr b="1" lang="es-MX" sz="963">
                <a:solidFill>
                  <a:srgbClr val="B9574F"/>
                </a:solidFill>
                <a:latin typeface="Sorts Mill Goudy"/>
                <a:ea typeface="Sorts Mill Goudy"/>
                <a:cs typeface="Sorts Mill Goudy"/>
                <a:sym typeface="Sorts Mill Goudy"/>
              </a:rPr>
              <a:t>2 / 4</a:t>
            </a:r>
            <a:endParaRPr/>
          </a:p>
        </p:txBody>
      </p:sp>
      <p:sp>
        <p:nvSpPr>
          <p:cNvPr id="422" name="Google Shape;422;p8"/>
          <p:cNvSpPr/>
          <p:nvPr/>
        </p:nvSpPr>
        <p:spPr>
          <a:xfrm>
            <a:off x="5314950" y="3876675"/>
            <a:ext cx="11049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750"/>
              <a:buFont typeface="Sorts Mill Goudy"/>
              <a:buNone/>
            </a:pPr>
            <a:r>
              <a:rPr b="1" lang="es-MX" sz="750">
                <a:solidFill>
                  <a:srgbClr val="E39B48"/>
                </a:solidFill>
                <a:latin typeface="Sorts Mill Goudy"/>
                <a:ea typeface="Sorts Mill Goudy"/>
                <a:cs typeface="Sorts Mill Goudy"/>
                <a:sym typeface="Sorts Mill Goudy"/>
              </a:rPr>
              <a:t>REPOSICIÓN</a:t>
            </a:r>
            <a:endParaRPr/>
          </a:p>
        </p:txBody>
      </p:sp>
      <p:sp>
        <p:nvSpPr>
          <p:cNvPr id="423" name="Google Shape;423;p8"/>
          <p:cNvSpPr/>
          <p:nvPr/>
        </p:nvSpPr>
        <p:spPr>
          <a:xfrm>
            <a:off x="914400" y="4200525"/>
            <a:ext cx="5572125"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24" name="Google Shape;424;p8"/>
          <p:cNvSpPr/>
          <p:nvPr/>
        </p:nvSpPr>
        <p:spPr>
          <a:xfrm>
            <a:off x="914400" y="4324350"/>
            <a:ext cx="2857500"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962"/>
              <a:buFont typeface="Sorts Mill Goudy"/>
              <a:buNone/>
            </a:pPr>
            <a:r>
              <a:rPr b="1" lang="es-MX" sz="963">
                <a:solidFill>
                  <a:srgbClr val="10283F"/>
                </a:solidFill>
                <a:latin typeface="Sorts Mill Goudy"/>
                <a:ea typeface="Sorts Mill Goudy"/>
                <a:cs typeface="Sorts Mill Goudy"/>
                <a:sym typeface="Sorts Mill Goudy"/>
              </a:rPr>
              <a:t>Corsair Vengeance 16GB</a:t>
            </a:r>
            <a:endParaRPr/>
          </a:p>
        </p:txBody>
      </p:sp>
      <p:sp>
        <p:nvSpPr>
          <p:cNvPr id="425" name="Google Shape;425;p8"/>
          <p:cNvSpPr/>
          <p:nvPr/>
        </p:nvSpPr>
        <p:spPr>
          <a:xfrm>
            <a:off x="4191000" y="4324350"/>
            <a:ext cx="1000125"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574F"/>
              </a:buClr>
              <a:buSzPts val="962"/>
              <a:buFont typeface="Sorts Mill Goudy"/>
              <a:buNone/>
            </a:pPr>
            <a:r>
              <a:rPr b="1" lang="es-MX" sz="963">
                <a:solidFill>
                  <a:srgbClr val="B9574F"/>
                </a:solidFill>
                <a:latin typeface="Sorts Mill Goudy"/>
                <a:ea typeface="Sorts Mill Goudy"/>
                <a:cs typeface="Sorts Mill Goudy"/>
                <a:sym typeface="Sorts Mill Goudy"/>
              </a:rPr>
              <a:t>4 / 10</a:t>
            </a:r>
            <a:endParaRPr/>
          </a:p>
        </p:txBody>
      </p:sp>
      <p:sp>
        <p:nvSpPr>
          <p:cNvPr id="426" name="Google Shape;426;p8"/>
          <p:cNvSpPr/>
          <p:nvPr/>
        </p:nvSpPr>
        <p:spPr>
          <a:xfrm>
            <a:off x="5314950" y="4324350"/>
            <a:ext cx="11049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750"/>
              <a:buFont typeface="Sorts Mill Goudy"/>
              <a:buNone/>
            </a:pPr>
            <a:r>
              <a:rPr b="1" lang="es-MX" sz="750">
                <a:solidFill>
                  <a:srgbClr val="E39B48"/>
                </a:solidFill>
                <a:latin typeface="Sorts Mill Goudy"/>
                <a:ea typeface="Sorts Mill Goudy"/>
                <a:cs typeface="Sorts Mill Goudy"/>
                <a:sym typeface="Sorts Mill Goudy"/>
              </a:rPr>
              <a:t>REPOSICIÓN</a:t>
            </a:r>
            <a:endParaRPr/>
          </a:p>
        </p:txBody>
      </p:sp>
      <p:sp>
        <p:nvSpPr>
          <p:cNvPr id="427" name="Google Shape;427;p8"/>
          <p:cNvSpPr/>
          <p:nvPr/>
        </p:nvSpPr>
        <p:spPr>
          <a:xfrm>
            <a:off x="914400" y="4648200"/>
            <a:ext cx="5572125"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28" name="Google Shape;428;p8"/>
          <p:cNvSpPr/>
          <p:nvPr/>
        </p:nvSpPr>
        <p:spPr>
          <a:xfrm>
            <a:off x="914400" y="4772025"/>
            <a:ext cx="2857500"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962"/>
              <a:buFont typeface="Sorts Mill Goudy"/>
              <a:buNone/>
            </a:pPr>
            <a:r>
              <a:rPr b="1" lang="es-MX" sz="963">
                <a:solidFill>
                  <a:srgbClr val="10283F"/>
                </a:solidFill>
                <a:latin typeface="Sorts Mill Goudy"/>
                <a:ea typeface="Sorts Mill Goudy"/>
                <a:cs typeface="Sorts Mill Goudy"/>
                <a:sym typeface="Sorts Mill Goudy"/>
              </a:rPr>
              <a:t>WD Black SN850X 1TB</a:t>
            </a:r>
            <a:endParaRPr/>
          </a:p>
        </p:txBody>
      </p:sp>
      <p:sp>
        <p:nvSpPr>
          <p:cNvPr id="429" name="Google Shape;429;p8"/>
          <p:cNvSpPr/>
          <p:nvPr/>
        </p:nvSpPr>
        <p:spPr>
          <a:xfrm>
            <a:off x="4191000" y="4772025"/>
            <a:ext cx="1000125" cy="23812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574F"/>
              </a:buClr>
              <a:buSzPts val="962"/>
              <a:buFont typeface="Sorts Mill Goudy"/>
              <a:buNone/>
            </a:pPr>
            <a:r>
              <a:rPr b="1" lang="es-MX" sz="963">
                <a:solidFill>
                  <a:srgbClr val="B9574F"/>
                </a:solidFill>
                <a:latin typeface="Sorts Mill Goudy"/>
                <a:ea typeface="Sorts Mill Goudy"/>
                <a:cs typeface="Sorts Mill Goudy"/>
                <a:sym typeface="Sorts Mill Goudy"/>
              </a:rPr>
              <a:t>2 / 6</a:t>
            </a:r>
            <a:endParaRPr/>
          </a:p>
        </p:txBody>
      </p:sp>
      <p:sp>
        <p:nvSpPr>
          <p:cNvPr id="430" name="Google Shape;430;p8"/>
          <p:cNvSpPr/>
          <p:nvPr/>
        </p:nvSpPr>
        <p:spPr>
          <a:xfrm>
            <a:off x="5314950" y="4772025"/>
            <a:ext cx="11049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750"/>
              <a:buFont typeface="Sorts Mill Goudy"/>
              <a:buNone/>
            </a:pPr>
            <a:r>
              <a:rPr b="1" lang="es-MX" sz="750">
                <a:solidFill>
                  <a:srgbClr val="E39B48"/>
                </a:solidFill>
                <a:latin typeface="Sorts Mill Goudy"/>
                <a:ea typeface="Sorts Mill Goudy"/>
                <a:cs typeface="Sorts Mill Goudy"/>
                <a:sym typeface="Sorts Mill Goudy"/>
              </a:rPr>
              <a:t>REPOSICIÓN</a:t>
            </a:r>
            <a:endParaRPr/>
          </a:p>
        </p:txBody>
      </p:sp>
      <p:sp>
        <p:nvSpPr>
          <p:cNvPr id="431" name="Google Shape;431;p8"/>
          <p:cNvSpPr/>
          <p:nvPr/>
        </p:nvSpPr>
        <p:spPr>
          <a:xfrm>
            <a:off x="914400" y="5095875"/>
            <a:ext cx="5572125"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32" name="Google Shape;432;p8"/>
          <p:cNvSpPr/>
          <p:nvPr/>
        </p:nvSpPr>
        <p:spPr>
          <a:xfrm>
            <a:off x="914400" y="5314950"/>
            <a:ext cx="3238500" cy="20002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712"/>
              <a:buFont typeface="Sorts Mill Goudy"/>
              <a:buNone/>
            </a:pPr>
            <a:r>
              <a:rPr b="0" lang="es-MX" sz="713">
                <a:solidFill>
                  <a:srgbClr val="66737C"/>
                </a:solidFill>
                <a:latin typeface="Sorts Mill Goudy"/>
                <a:ea typeface="Sorts Mill Goudy"/>
                <a:cs typeface="Sorts Mill Goudy"/>
                <a:sym typeface="Sorts Mill Goudy"/>
              </a:rPr>
              <a:t>Buscar por producto o proveedor</a:t>
            </a:r>
            <a:endParaRPr/>
          </a:p>
        </p:txBody>
      </p:sp>
      <p:sp>
        <p:nvSpPr>
          <p:cNvPr id="433" name="Google Shape;433;p8"/>
          <p:cNvSpPr/>
          <p:nvPr/>
        </p:nvSpPr>
        <p:spPr>
          <a:xfrm>
            <a:off x="7467600" y="1952625"/>
            <a:ext cx="38100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500"/>
              <a:buFont typeface="Sorts Mill Goudy"/>
              <a:buNone/>
            </a:pPr>
            <a:r>
              <a:rPr b="1" lang="es-MX" sz="1500">
                <a:solidFill>
                  <a:srgbClr val="10283F"/>
                </a:solidFill>
                <a:latin typeface="Sorts Mill Goudy"/>
                <a:ea typeface="Sorts Mill Goudy"/>
                <a:cs typeface="Sorts Mill Goudy"/>
                <a:sym typeface="Sorts Mill Goudy"/>
              </a:rPr>
              <a:t>Lo que puede hacer quien atiende</a:t>
            </a:r>
            <a:endParaRPr/>
          </a:p>
        </p:txBody>
      </p:sp>
      <p:sp>
        <p:nvSpPr>
          <p:cNvPr id="434" name="Google Shape;434;p8"/>
          <p:cNvSpPr/>
          <p:nvPr/>
        </p:nvSpPr>
        <p:spPr>
          <a:xfrm>
            <a:off x="7467600" y="2628900"/>
            <a:ext cx="42862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050"/>
              <a:buFont typeface="Sorts Mill Goudy"/>
              <a:buNone/>
            </a:pPr>
            <a:r>
              <a:rPr b="1" lang="es-MX" sz="1050">
                <a:solidFill>
                  <a:srgbClr val="147D80"/>
                </a:solidFill>
                <a:latin typeface="Sorts Mill Goudy"/>
                <a:ea typeface="Sorts Mill Goudy"/>
                <a:cs typeface="Sorts Mill Goudy"/>
                <a:sym typeface="Sorts Mill Goudy"/>
              </a:rPr>
              <a:t>01</a:t>
            </a:r>
            <a:endParaRPr/>
          </a:p>
        </p:txBody>
      </p:sp>
      <p:sp>
        <p:nvSpPr>
          <p:cNvPr id="435" name="Google Shape;435;p8"/>
          <p:cNvSpPr/>
          <p:nvPr/>
        </p:nvSpPr>
        <p:spPr>
          <a:xfrm>
            <a:off x="7981950" y="2628900"/>
            <a:ext cx="3333750" cy="2571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1087"/>
              <a:buFont typeface="Sorts Mill Goudy"/>
              <a:buNone/>
            </a:pPr>
            <a:r>
              <a:rPr b="1" lang="es-MX" sz="1088">
                <a:solidFill>
                  <a:srgbClr val="10283F"/>
                </a:solidFill>
                <a:latin typeface="Sorts Mill Goudy"/>
                <a:ea typeface="Sorts Mill Goudy"/>
                <a:cs typeface="Sorts Mill Goudy"/>
                <a:sym typeface="Sorts Mill Goudy"/>
              </a:rPr>
              <a:t>Ver lo urgente</a:t>
            </a:r>
            <a:endParaRPr/>
          </a:p>
        </p:txBody>
      </p:sp>
      <p:sp>
        <p:nvSpPr>
          <p:cNvPr id="436" name="Google Shape;436;p8"/>
          <p:cNvSpPr/>
          <p:nvPr/>
        </p:nvSpPr>
        <p:spPr>
          <a:xfrm>
            <a:off x="7981950" y="2952750"/>
            <a:ext cx="3276600" cy="495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El resumen destaca los productos bajo su mínimo.</a:t>
            </a:r>
            <a:endParaRPr/>
          </a:p>
        </p:txBody>
      </p:sp>
      <p:sp>
        <p:nvSpPr>
          <p:cNvPr id="437" name="Google Shape;437;p8"/>
          <p:cNvSpPr/>
          <p:nvPr/>
        </p:nvSpPr>
        <p:spPr>
          <a:xfrm>
            <a:off x="7467600" y="3619500"/>
            <a:ext cx="42862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050"/>
              <a:buFont typeface="Sorts Mill Goudy"/>
              <a:buNone/>
            </a:pPr>
            <a:r>
              <a:rPr b="1" lang="es-MX" sz="1050">
                <a:solidFill>
                  <a:srgbClr val="147D80"/>
                </a:solidFill>
                <a:latin typeface="Sorts Mill Goudy"/>
                <a:ea typeface="Sorts Mill Goudy"/>
                <a:cs typeface="Sorts Mill Goudy"/>
                <a:sym typeface="Sorts Mill Goudy"/>
              </a:rPr>
              <a:t>02</a:t>
            </a:r>
            <a:endParaRPr/>
          </a:p>
        </p:txBody>
      </p:sp>
      <p:sp>
        <p:nvSpPr>
          <p:cNvPr id="438" name="Google Shape;438;p8"/>
          <p:cNvSpPr/>
          <p:nvPr/>
        </p:nvSpPr>
        <p:spPr>
          <a:xfrm>
            <a:off x="7981950" y="3619500"/>
            <a:ext cx="3333750" cy="2571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1087"/>
              <a:buFont typeface="Sorts Mill Goudy"/>
              <a:buNone/>
            </a:pPr>
            <a:r>
              <a:rPr b="1" lang="es-MX" sz="1088">
                <a:solidFill>
                  <a:srgbClr val="10283F"/>
                </a:solidFill>
                <a:latin typeface="Sorts Mill Goudy"/>
                <a:ea typeface="Sorts Mill Goudy"/>
                <a:cs typeface="Sorts Mill Goudy"/>
                <a:sym typeface="Sorts Mill Goudy"/>
              </a:rPr>
              <a:t>Encontrar un producto</a:t>
            </a:r>
            <a:endParaRPr/>
          </a:p>
        </p:txBody>
      </p:sp>
      <p:sp>
        <p:nvSpPr>
          <p:cNvPr id="439" name="Google Shape;439;p8"/>
          <p:cNvSpPr/>
          <p:nvPr/>
        </p:nvSpPr>
        <p:spPr>
          <a:xfrm>
            <a:off x="7981950" y="3943350"/>
            <a:ext cx="3276600" cy="495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Busca por producto o proveedor y filtra por categoría.</a:t>
            </a:r>
            <a:endParaRPr/>
          </a:p>
        </p:txBody>
      </p:sp>
      <p:sp>
        <p:nvSpPr>
          <p:cNvPr id="440" name="Google Shape;440;p8"/>
          <p:cNvSpPr/>
          <p:nvPr/>
        </p:nvSpPr>
        <p:spPr>
          <a:xfrm>
            <a:off x="7467600" y="4610100"/>
            <a:ext cx="42862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1050"/>
              <a:buFont typeface="Sorts Mill Goudy"/>
              <a:buNone/>
            </a:pPr>
            <a:r>
              <a:rPr b="1" lang="es-MX" sz="1050">
                <a:solidFill>
                  <a:srgbClr val="E39B48"/>
                </a:solidFill>
                <a:latin typeface="Sorts Mill Goudy"/>
                <a:ea typeface="Sorts Mill Goudy"/>
                <a:cs typeface="Sorts Mill Goudy"/>
                <a:sym typeface="Sorts Mill Goudy"/>
              </a:rPr>
              <a:t>03</a:t>
            </a:r>
            <a:endParaRPr/>
          </a:p>
        </p:txBody>
      </p:sp>
      <p:sp>
        <p:nvSpPr>
          <p:cNvPr id="441" name="Google Shape;441;p8"/>
          <p:cNvSpPr/>
          <p:nvPr/>
        </p:nvSpPr>
        <p:spPr>
          <a:xfrm>
            <a:off x="7981950" y="4610100"/>
            <a:ext cx="3333750" cy="2571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0283F"/>
              </a:buClr>
              <a:buSzPts val="1087"/>
              <a:buFont typeface="Sorts Mill Goudy"/>
              <a:buNone/>
            </a:pPr>
            <a:r>
              <a:rPr b="1" lang="es-MX" sz="1088">
                <a:solidFill>
                  <a:srgbClr val="10283F"/>
                </a:solidFill>
                <a:latin typeface="Sorts Mill Goudy"/>
                <a:ea typeface="Sorts Mill Goudy"/>
                <a:cs typeface="Sorts Mill Goudy"/>
                <a:sym typeface="Sorts Mill Goudy"/>
              </a:rPr>
              <a:t>Registrar un pedido</a:t>
            </a:r>
            <a:endParaRPr/>
          </a:p>
        </p:txBody>
      </p:sp>
      <p:sp>
        <p:nvSpPr>
          <p:cNvPr id="442" name="Google Shape;442;p8"/>
          <p:cNvSpPr/>
          <p:nvPr/>
        </p:nvSpPr>
        <p:spPr>
          <a:xfrm>
            <a:off x="7981950" y="4933950"/>
            <a:ext cx="3276600" cy="495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La página lo envía a Oracle para validar y guardar.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447" name="Shape 447"/>
        <p:cNvGrpSpPr/>
        <p:nvPr/>
      </p:nvGrpSpPr>
      <p:grpSpPr>
        <a:xfrm>
          <a:off x="0" y="0"/>
          <a:ext cx="0" cy="0"/>
          <a:chOff x="0" y="0"/>
          <a:chExt cx="0" cy="0"/>
        </a:xfrm>
      </p:grpSpPr>
      <p:sp>
        <p:nvSpPr>
          <p:cNvPr id="448" name="Google Shape;448;p9"/>
          <p:cNvSpPr/>
          <p:nvPr/>
        </p:nvSpPr>
        <p:spPr>
          <a:xfrm>
            <a:off x="685800" y="266700"/>
            <a:ext cx="95250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PL/SQL EN EL PROYECTO</a:t>
            </a:r>
            <a:endParaRPr/>
          </a:p>
        </p:txBody>
      </p:sp>
      <p:sp>
        <p:nvSpPr>
          <p:cNvPr id="449" name="Google Shape;449;p9"/>
          <p:cNvSpPr/>
          <p:nvPr/>
        </p:nvSpPr>
        <p:spPr>
          <a:xfrm>
            <a:off x="685800" y="628650"/>
            <a:ext cx="10810875" cy="5905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625"/>
              <a:buFont typeface="Sorts Mill Goudy"/>
              <a:buNone/>
            </a:pPr>
            <a:r>
              <a:rPr b="1" lang="es-MX" sz="2625">
                <a:solidFill>
                  <a:srgbClr val="10283F"/>
                </a:solidFill>
                <a:latin typeface="Sorts Mill Goudy"/>
                <a:ea typeface="Sorts Mill Goudy"/>
                <a:cs typeface="Sorts Mill Goudy"/>
                <a:sym typeface="Sorts Mill Goudy"/>
              </a:rPr>
              <a:t>Qué resuelve cada parte de PL/SQL</a:t>
            </a:r>
            <a:endParaRPr/>
          </a:p>
        </p:txBody>
      </p:sp>
      <p:sp>
        <p:nvSpPr>
          <p:cNvPr id="450" name="Google Shape;450;p9"/>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51" name="Google Shape;451;p9"/>
          <p:cNvSpPr/>
          <p:nvPr/>
        </p:nvSpPr>
        <p:spPr>
          <a:xfrm>
            <a:off x="685800" y="6457950"/>
            <a:ext cx="666750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66737C"/>
              </a:buClr>
              <a:buSzPts val="650"/>
              <a:buFont typeface="Sorts Mill Goudy"/>
              <a:buNone/>
            </a:pPr>
            <a:r>
              <a:rPr b="1" lang="es-MX" sz="650">
                <a:solidFill>
                  <a:srgbClr val="66737C"/>
                </a:solidFill>
                <a:latin typeface="Sorts Mill Goudy"/>
                <a:ea typeface="Sorts Mill Goudy"/>
                <a:cs typeface="Sorts Mill Goudy"/>
                <a:sym typeface="Sorts Mill Goudy"/>
              </a:rPr>
              <a:t>BDY1103  ·  PROYECTO DE INVENTARIO</a:t>
            </a:r>
            <a:endParaRPr/>
          </a:p>
        </p:txBody>
      </p:sp>
      <p:sp>
        <p:nvSpPr>
          <p:cNvPr id="452" name="Google Shape;452;p9"/>
          <p:cNvSpPr/>
          <p:nvPr/>
        </p:nvSpPr>
        <p:spPr>
          <a:xfrm>
            <a:off x="11077575" y="6429375"/>
            <a:ext cx="419100" cy="20955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147D80"/>
              </a:buClr>
              <a:buSzPts val="848"/>
              <a:buFont typeface="Sorts Mill Goudy"/>
              <a:buNone/>
            </a:pPr>
            <a:r>
              <a:rPr b="1" lang="es-MX" sz="848">
                <a:solidFill>
                  <a:srgbClr val="147D80"/>
                </a:solidFill>
                <a:latin typeface="Sorts Mill Goudy"/>
                <a:ea typeface="Sorts Mill Goudy"/>
                <a:cs typeface="Sorts Mill Goudy"/>
                <a:sym typeface="Sorts Mill Goudy"/>
              </a:rPr>
              <a:t>09</a:t>
            </a:r>
            <a:endParaRPr/>
          </a:p>
        </p:txBody>
      </p:sp>
      <p:sp>
        <p:nvSpPr>
          <p:cNvPr id="453" name="Google Shape;453;p9"/>
          <p:cNvSpPr/>
          <p:nvPr/>
        </p:nvSpPr>
        <p:spPr>
          <a:xfrm>
            <a:off x="685800" y="1714500"/>
            <a:ext cx="428625" cy="304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350"/>
              <a:buFont typeface="Sorts Mill Goudy"/>
              <a:buNone/>
            </a:pPr>
            <a:r>
              <a:rPr b="1" lang="es-MX" sz="1350">
                <a:solidFill>
                  <a:srgbClr val="147D80"/>
                </a:solidFill>
                <a:latin typeface="Sorts Mill Goudy"/>
                <a:ea typeface="Sorts Mill Goudy"/>
                <a:cs typeface="Sorts Mill Goudy"/>
                <a:sym typeface="Sorts Mill Goudy"/>
              </a:rPr>
              <a:t>01</a:t>
            </a:r>
            <a:endParaRPr/>
          </a:p>
        </p:txBody>
      </p:sp>
      <p:sp>
        <p:nvSpPr>
          <p:cNvPr id="454" name="Google Shape;454;p9"/>
          <p:cNvSpPr/>
          <p:nvPr/>
        </p:nvSpPr>
        <p:spPr>
          <a:xfrm>
            <a:off x="1219200" y="1714500"/>
            <a:ext cx="204787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PROCEDIMIENTOS</a:t>
            </a:r>
            <a:endParaRPr/>
          </a:p>
        </p:txBody>
      </p:sp>
      <p:sp>
        <p:nvSpPr>
          <p:cNvPr id="455" name="Google Shape;455;p9"/>
          <p:cNvSpPr/>
          <p:nvPr/>
        </p:nvSpPr>
        <p:spPr>
          <a:xfrm>
            <a:off x="3638550" y="1714500"/>
            <a:ext cx="3638550" cy="333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00"/>
              <a:buFont typeface="Sorts Mill Goudy"/>
              <a:buNone/>
            </a:pPr>
            <a:r>
              <a:rPr b="1" lang="es-MX" sz="1200">
                <a:solidFill>
                  <a:srgbClr val="1E2C36"/>
                </a:solidFill>
                <a:latin typeface="Sorts Mill Goudy"/>
                <a:ea typeface="Sorts Mill Goudy"/>
                <a:cs typeface="Sorts Mill Goudy"/>
                <a:sym typeface="Sorts Mill Goudy"/>
              </a:rPr>
              <a:t>Muestran productos críticos, también por categoría.</a:t>
            </a:r>
            <a:endParaRPr/>
          </a:p>
        </p:txBody>
      </p:sp>
      <p:sp>
        <p:nvSpPr>
          <p:cNvPr id="456" name="Google Shape;456;p9"/>
          <p:cNvSpPr/>
          <p:nvPr/>
        </p:nvSpPr>
        <p:spPr>
          <a:xfrm>
            <a:off x="7524750" y="1714500"/>
            <a:ext cx="3781425" cy="457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Ayudan a decidir qué reponer con los datos actuales.</a:t>
            </a:r>
            <a:endParaRPr/>
          </a:p>
        </p:txBody>
      </p:sp>
      <p:sp>
        <p:nvSpPr>
          <p:cNvPr id="457" name="Google Shape;457;p9"/>
          <p:cNvSpPr/>
          <p:nvPr/>
        </p:nvSpPr>
        <p:spPr>
          <a:xfrm>
            <a:off x="1219200" y="2352675"/>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58" name="Google Shape;458;p9"/>
          <p:cNvSpPr/>
          <p:nvPr/>
        </p:nvSpPr>
        <p:spPr>
          <a:xfrm>
            <a:off x="685800" y="2771775"/>
            <a:ext cx="428625" cy="304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350"/>
              <a:buFont typeface="Sorts Mill Goudy"/>
              <a:buNone/>
            </a:pPr>
            <a:r>
              <a:rPr b="1" lang="es-MX" sz="1350">
                <a:solidFill>
                  <a:srgbClr val="147D80"/>
                </a:solidFill>
                <a:latin typeface="Sorts Mill Goudy"/>
                <a:ea typeface="Sorts Mill Goudy"/>
                <a:cs typeface="Sorts Mill Goudy"/>
                <a:sym typeface="Sorts Mill Goudy"/>
              </a:rPr>
              <a:t>02</a:t>
            </a:r>
            <a:endParaRPr/>
          </a:p>
        </p:txBody>
      </p:sp>
      <p:sp>
        <p:nvSpPr>
          <p:cNvPr id="459" name="Google Shape;459;p9"/>
          <p:cNvSpPr/>
          <p:nvPr/>
        </p:nvSpPr>
        <p:spPr>
          <a:xfrm>
            <a:off x="1219200" y="2771775"/>
            <a:ext cx="204787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FUNCIONES</a:t>
            </a:r>
            <a:endParaRPr/>
          </a:p>
        </p:txBody>
      </p:sp>
      <p:sp>
        <p:nvSpPr>
          <p:cNvPr id="460" name="Google Shape;460;p9"/>
          <p:cNvSpPr/>
          <p:nvPr/>
        </p:nvSpPr>
        <p:spPr>
          <a:xfrm>
            <a:off x="3638550" y="2771775"/>
            <a:ext cx="3638550" cy="333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00"/>
              <a:buFont typeface="Sorts Mill Goudy"/>
              <a:buNone/>
            </a:pPr>
            <a:r>
              <a:rPr b="1" lang="es-MX" sz="1200">
                <a:solidFill>
                  <a:srgbClr val="1E2C36"/>
                </a:solidFill>
                <a:latin typeface="Sorts Mill Goudy"/>
                <a:ea typeface="Sorts Mill Goudy"/>
                <a:cs typeface="Sorts Mill Goudy"/>
                <a:sym typeface="Sorts Mill Goudy"/>
              </a:rPr>
              <a:t>Calculan productos críticos y valor por categoría. Devuelven valores</a:t>
            </a:r>
            <a:endParaRPr/>
          </a:p>
        </p:txBody>
      </p:sp>
      <p:sp>
        <p:nvSpPr>
          <p:cNvPr id="461" name="Google Shape;461;p9"/>
          <p:cNvSpPr/>
          <p:nvPr/>
        </p:nvSpPr>
        <p:spPr>
          <a:xfrm>
            <a:off x="7524750" y="2771775"/>
            <a:ext cx="3781425" cy="457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Evitan repetir los mismos cálculos en cada consulta.</a:t>
            </a:r>
            <a:endParaRPr/>
          </a:p>
        </p:txBody>
      </p:sp>
      <p:sp>
        <p:nvSpPr>
          <p:cNvPr id="462" name="Google Shape;462;p9"/>
          <p:cNvSpPr/>
          <p:nvPr/>
        </p:nvSpPr>
        <p:spPr>
          <a:xfrm>
            <a:off x="1219200" y="3409950"/>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63" name="Google Shape;463;p9"/>
          <p:cNvSpPr/>
          <p:nvPr/>
        </p:nvSpPr>
        <p:spPr>
          <a:xfrm>
            <a:off x="685800" y="3829050"/>
            <a:ext cx="428625" cy="304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1350"/>
              <a:buFont typeface="Sorts Mill Goudy"/>
              <a:buNone/>
            </a:pPr>
            <a:r>
              <a:rPr b="1" lang="es-MX" sz="1350">
                <a:solidFill>
                  <a:srgbClr val="147D80"/>
                </a:solidFill>
                <a:latin typeface="Sorts Mill Goudy"/>
                <a:ea typeface="Sorts Mill Goudy"/>
                <a:cs typeface="Sorts Mill Goudy"/>
                <a:sym typeface="Sorts Mill Goudy"/>
              </a:rPr>
              <a:t>03</a:t>
            </a:r>
            <a:endParaRPr/>
          </a:p>
        </p:txBody>
      </p:sp>
      <p:sp>
        <p:nvSpPr>
          <p:cNvPr id="464" name="Google Shape;464;p9"/>
          <p:cNvSpPr/>
          <p:nvPr/>
        </p:nvSpPr>
        <p:spPr>
          <a:xfrm>
            <a:off x="1219200" y="3829050"/>
            <a:ext cx="204787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PACKAGE</a:t>
            </a:r>
            <a:endParaRPr/>
          </a:p>
        </p:txBody>
      </p:sp>
      <p:sp>
        <p:nvSpPr>
          <p:cNvPr id="465" name="Google Shape;465;p9"/>
          <p:cNvSpPr/>
          <p:nvPr/>
        </p:nvSpPr>
        <p:spPr>
          <a:xfrm>
            <a:off x="3638550" y="3829050"/>
            <a:ext cx="3638550" cy="3333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E2C36"/>
              </a:buClr>
              <a:buSzPts val="983"/>
              <a:buFont typeface="Sorts Mill Goudy"/>
              <a:buNone/>
            </a:pPr>
            <a:r>
              <a:rPr b="1" lang="es-MX" sz="983">
                <a:solidFill>
                  <a:srgbClr val="1E2C36"/>
                </a:solidFill>
                <a:latin typeface="Sorts Mill Goudy"/>
                <a:ea typeface="Sorts Mill Goudy"/>
                <a:cs typeface="Sorts Mill Goudy"/>
                <a:sym typeface="Sorts Mill Goudy"/>
              </a:rPr>
              <a:t>Pkg_inventario agrupa rutinas bajo especificación. R</a:t>
            </a:r>
            <a:r>
              <a:rPr b="1" lang="es-MX" sz="983">
                <a:solidFill>
                  <a:srgbClr val="1E2C36"/>
                </a:solidFill>
                <a:latin typeface="Sorts Mill Goudy"/>
                <a:ea typeface="Sorts Mill Goudy"/>
                <a:cs typeface="Sorts Mill Goudy"/>
                <a:sym typeface="Sorts Mill Goudy"/>
              </a:rPr>
              <a:t>egistra pedidos después de validar cliente, producto y stock.</a:t>
            </a:r>
            <a:endParaRPr/>
          </a:p>
        </p:txBody>
      </p:sp>
      <p:sp>
        <p:nvSpPr>
          <p:cNvPr id="466" name="Google Shape;466;p9"/>
          <p:cNvSpPr/>
          <p:nvPr/>
        </p:nvSpPr>
        <p:spPr>
          <a:xfrm>
            <a:off x="7524750" y="3829050"/>
            <a:ext cx="3781425" cy="457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Java llama una rutina clara; Oracle revisa los datos.</a:t>
            </a:r>
            <a:endParaRPr/>
          </a:p>
        </p:txBody>
      </p:sp>
      <p:sp>
        <p:nvSpPr>
          <p:cNvPr id="467" name="Google Shape;467;p9"/>
          <p:cNvSpPr/>
          <p:nvPr/>
        </p:nvSpPr>
        <p:spPr>
          <a:xfrm>
            <a:off x="1219200" y="4467225"/>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68" name="Google Shape;468;p9"/>
          <p:cNvSpPr/>
          <p:nvPr/>
        </p:nvSpPr>
        <p:spPr>
          <a:xfrm>
            <a:off x="685800" y="4886325"/>
            <a:ext cx="428625" cy="304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1350"/>
              <a:buFont typeface="Sorts Mill Goudy"/>
              <a:buNone/>
            </a:pPr>
            <a:r>
              <a:rPr b="1" lang="es-MX" sz="1350">
                <a:solidFill>
                  <a:srgbClr val="E39B48"/>
                </a:solidFill>
                <a:latin typeface="Sorts Mill Goudy"/>
                <a:ea typeface="Sorts Mill Goudy"/>
                <a:cs typeface="Sorts Mill Goudy"/>
                <a:sym typeface="Sorts Mill Goudy"/>
              </a:rPr>
              <a:t>04</a:t>
            </a:r>
            <a:endParaRPr/>
          </a:p>
        </p:txBody>
      </p:sp>
      <p:sp>
        <p:nvSpPr>
          <p:cNvPr id="469" name="Google Shape;469;p9"/>
          <p:cNvSpPr/>
          <p:nvPr/>
        </p:nvSpPr>
        <p:spPr>
          <a:xfrm>
            <a:off x="1219200" y="4886325"/>
            <a:ext cx="2047875" cy="2667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975"/>
              <a:buFont typeface="Sorts Mill Goudy"/>
              <a:buNone/>
            </a:pPr>
            <a:r>
              <a:rPr b="1" lang="es-MX" sz="975">
                <a:solidFill>
                  <a:srgbClr val="10283F"/>
                </a:solidFill>
                <a:latin typeface="Sorts Mill Goudy"/>
                <a:ea typeface="Sorts Mill Goudy"/>
                <a:cs typeface="Sorts Mill Goudy"/>
                <a:sym typeface="Sorts Mill Goudy"/>
              </a:rPr>
              <a:t>TRIGGERS</a:t>
            </a:r>
            <a:endParaRPr/>
          </a:p>
        </p:txBody>
      </p:sp>
      <p:sp>
        <p:nvSpPr>
          <p:cNvPr id="470" name="Google Shape;470;p9"/>
          <p:cNvSpPr/>
          <p:nvPr/>
        </p:nvSpPr>
        <p:spPr>
          <a:xfrm>
            <a:off x="3638550" y="4886325"/>
            <a:ext cx="3638550" cy="33337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00"/>
              <a:buFont typeface="Sorts Mill Goudy"/>
              <a:buNone/>
            </a:pPr>
            <a:r>
              <a:rPr b="1" lang="es-MX" sz="1200">
                <a:solidFill>
                  <a:srgbClr val="1E2C36"/>
                </a:solidFill>
                <a:latin typeface="Sorts Mill Goudy"/>
                <a:ea typeface="Sorts Mill Goudy"/>
                <a:cs typeface="Sorts Mill Goudy"/>
                <a:sym typeface="Sorts Mill Goudy"/>
              </a:rPr>
              <a:t>Descuentan stock y registran el cruce al mínimo.</a:t>
            </a:r>
            <a:endParaRPr/>
          </a:p>
        </p:txBody>
      </p:sp>
      <p:sp>
        <p:nvSpPr>
          <p:cNvPr id="471" name="Google Shape;471;p9"/>
          <p:cNvSpPr/>
          <p:nvPr/>
        </p:nvSpPr>
        <p:spPr>
          <a:xfrm>
            <a:off x="7524750" y="4886325"/>
            <a:ext cx="3781425" cy="457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66737C"/>
              </a:buClr>
              <a:buSzPts val="1050"/>
              <a:buFont typeface="Sorts Mill Goudy"/>
              <a:buNone/>
            </a:pPr>
            <a:r>
              <a:rPr b="0" lang="es-MX" sz="1050">
                <a:solidFill>
                  <a:srgbClr val="66737C"/>
                </a:solidFill>
                <a:latin typeface="Sorts Mill Goudy"/>
                <a:ea typeface="Sorts Mill Goudy"/>
                <a:cs typeface="Sorts Mill Goudy"/>
                <a:sym typeface="Sorts Mill Goudy"/>
              </a:rPr>
              <a:t>Ocurre al guardar el detalle, sin restar stock a mano.</a:t>
            </a:r>
            <a:endParaRPr/>
          </a:p>
        </p:txBody>
      </p:sp>
      <p:sp>
        <p:nvSpPr>
          <p:cNvPr id="472" name="Google Shape;472;p9"/>
          <p:cNvSpPr/>
          <p:nvPr/>
        </p:nvSpPr>
        <p:spPr>
          <a:xfrm>
            <a:off x="1219200" y="5524500"/>
            <a:ext cx="10001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73" name="Google Shape;473;p9"/>
          <p:cNvSpPr/>
          <p:nvPr/>
        </p:nvSpPr>
        <p:spPr>
          <a:xfrm>
            <a:off x="838200" y="5784038"/>
            <a:ext cx="8262600" cy="4239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47D80"/>
              </a:buClr>
              <a:buSzPts val="711"/>
              <a:buFont typeface="Sorts Mill Goudy"/>
              <a:buNone/>
            </a:pPr>
            <a:r>
              <a:rPr b="1" lang="es-MX" sz="912">
                <a:solidFill>
                  <a:srgbClr val="147D80"/>
                </a:solidFill>
                <a:latin typeface="Sorts Mill Goudy"/>
                <a:ea typeface="Sorts Mill Goudy"/>
                <a:cs typeface="Sorts Mill Goudy"/>
                <a:sym typeface="Sorts Mill Goudy"/>
              </a:rPr>
              <a:t>Toda sentencia es ejecutada con un cursor. Los implicitos los maneja Oracle sobre un SELECT INTO, INSERT, UPDATE o FOR. Los explicitos los declaramos con nombre, si hace falta con parametro</a:t>
            </a:r>
            <a:endParaRPr sz="1600"/>
          </a:p>
        </p:txBody>
      </p:sp>
      <p:sp>
        <p:nvSpPr>
          <p:cNvPr id="474" name="Google Shape;474;p9"/>
          <p:cNvSpPr/>
          <p:nvPr/>
        </p:nvSpPr>
        <p:spPr>
          <a:xfrm>
            <a:off x="7239000" y="6134100"/>
            <a:ext cx="4095750" cy="19050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E39B48"/>
              </a:buClr>
              <a:buSzPts val="711"/>
              <a:buFont typeface="Sorts Mill Goudy"/>
              <a:buNone/>
            </a:pPr>
            <a:r>
              <a:rPr b="1" lang="es-MX" sz="712">
                <a:solidFill>
                  <a:srgbClr val="E39B48"/>
                </a:solidFill>
                <a:latin typeface="Sorts Mill Goudy"/>
                <a:ea typeface="Sorts Mill Goudy"/>
                <a:cs typeface="Sorts Mill Goudy"/>
                <a:sym typeface="Sorts Mill Goudy"/>
              </a:rPr>
              <a:t>La página no lleva su propio cálculo de stock.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479" name="Shape 479"/>
        <p:cNvGrpSpPr/>
        <p:nvPr/>
      </p:nvGrpSpPr>
      <p:grpSpPr>
        <a:xfrm>
          <a:off x="0" y="0"/>
          <a:ext cx="0" cy="0"/>
          <a:chOff x="0" y="0"/>
          <a:chExt cx="0" cy="0"/>
        </a:xfrm>
      </p:grpSpPr>
      <p:sp>
        <p:nvSpPr>
          <p:cNvPr id="480" name="Google Shape;480;p10"/>
          <p:cNvSpPr/>
          <p:nvPr/>
        </p:nvSpPr>
        <p:spPr>
          <a:xfrm>
            <a:off x="685800" y="266700"/>
            <a:ext cx="102870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SALIDAS DE LA EJECUCIÓN</a:t>
            </a:r>
            <a:endParaRPr/>
          </a:p>
        </p:txBody>
      </p:sp>
      <p:sp>
        <p:nvSpPr>
          <p:cNvPr id="481" name="Google Shape;481;p10"/>
          <p:cNvSpPr/>
          <p:nvPr/>
        </p:nvSpPr>
        <p:spPr>
          <a:xfrm>
            <a:off x="685800" y="628650"/>
            <a:ext cx="10820400" cy="5905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2550">
                <a:solidFill>
                  <a:srgbClr val="10283F"/>
                </a:solidFill>
                <a:latin typeface="Arial"/>
                <a:ea typeface="Arial"/>
                <a:cs typeface="Arial"/>
                <a:sym typeface="Arial"/>
              </a:rPr>
              <a:t>Qué resultados devolvieron las funciones</a:t>
            </a:r>
            <a:endParaRPr/>
          </a:p>
        </p:txBody>
      </p:sp>
      <p:sp>
        <p:nvSpPr>
          <p:cNvPr id="482" name="Google Shape;482;p10"/>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83" name="Google Shape;483;p10"/>
          <p:cNvSpPr/>
          <p:nvPr/>
        </p:nvSpPr>
        <p:spPr>
          <a:xfrm>
            <a:off x="685800" y="1552575"/>
            <a:ext cx="10820400" cy="495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425">
                <a:solidFill>
                  <a:srgbClr val="10283F"/>
                </a:solidFill>
                <a:latin typeface="Arial"/>
                <a:ea typeface="Arial"/>
                <a:cs typeface="Arial"/>
                <a:sym typeface="Arial"/>
              </a:rPr>
              <a:t>Estos valores aparecieron al ejecutar el script con los datos iniciales; el package confirma los mismos cálculos.</a:t>
            </a:r>
            <a:endParaRPr/>
          </a:p>
        </p:txBody>
      </p:sp>
      <p:sp>
        <p:nvSpPr>
          <p:cNvPr id="484" name="Google Shape;484;p10"/>
          <p:cNvSpPr/>
          <p:nvPr/>
        </p:nvSpPr>
        <p:spPr>
          <a:xfrm>
            <a:off x="685800" y="2266950"/>
            <a:ext cx="60007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OPERACIÓN EJECUTADA</a:t>
            </a:r>
            <a:endParaRPr/>
          </a:p>
        </p:txBody>
      </p:sp>
      <p:sp>
        <p:nvSpPr>
          <p:cNvPr id="485" name="Google Shape;485;p10"/>
          <p:cNvSpPr/>
          <p:nvPr/>
        </p:nvSpPr>
        <p:spPr>
          <a:xfrm>
            <a:off x="7143750" y="2266950"/>
            <a:ext cx="16192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E39B48"/>
                </a:solidFill>
                <a:latin typeface="Arial"/>
                <a:ea typeface="Arial"/>
                <a:cs typeface="Arial"/>
                <a:sym typeface="Arial"/>
              </a:rPr>
              <a:t>RESULTADO</a:t>
            </a:r>
            <a:endParaRPr/>
          </a:p>
        </p:txBody>
      </p:sp>
      <p:sp>
        <p:nvSpPr>
          <p:cNvPr id="486" name="Google Shape;486;p10"/>
          <p:cNvSpPr/>
          <p:nvPr/>
        </p:nvSpPr>
        <p:spPr>
          <a:xfrm>
            <a:off x="8763000" y="2266950"/>
            <a:ext cx="2571750" cy="2476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QUÉ NOS DICE</a:t>
            </a:r>
            <a:endParaRPr/>
          </a:p>
        </p:txBody>
      </p:sp>
      <p:sp>
        <p:nvSpPr>
          <p:cNvPr id="487" name="Google Shape;487;p10"/>
          <p:cNvSpPr/>
          <p:nvPr/>
        </p:nvSpPr>
        <p:spPr>
          <a:xfrm>
            <a:off x="685800" y="2724150"/>
            <a:ext cx="5905500" cy="3238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75">
                <a:solidFill>
                  <a:srgbClr val="10283F"/>
                </a:solidFill>
                <a:latin typeface="Arial"/>
                <a:ea typeface="Arial"/>
                <a:cs typeface="Arial"/>
                <a:sym typeface="Arial"/>
              </a:rPr>
              <a:t>fn_total_productos_criticos()</a:t>
            </a:r>
            <a:endParaRPr/>
          </a:p>
        </p:txBody>
      </p:sp>
      <p:sp>
        <p:nvSpPr>
          <p:cNvPr id="488" name="Google Shape;488;p10"/>
          <p:cNvSpPr/>
          <p:nvPr/>
        </p:nvSpPr>
        <p:spPr>
          <a:xfrm>
            <a:off x="685800" y="3086100"/>
            <a:ext cx="5953125" cy="304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050">
                <a:solidFill>
                  <a:srgbClr val="66737C"/>
                </a:solidFill>
                <a:latin typeface="Arial"/>
                <a:ea typeface="Arial"/>
                <a:cs typeface="Arial"/>
                <a:sym typeface="Arial"/>
              </a:rPr>
              <a:t>Package: PKG_INVENTARIO_RUBRICA.total_criticos()</a:t>
            </a:r>
            <a:endParaRPr/>
          </a:p>
        </p:txBody>
      </p:sp>
      <p:sp>
        <p:nvSpPr>
          <p:cNvPr id="489" name="Google Shape;489;p10"/>
          <p:cNvSpPr/>
          <p:nvPr/>
        </p:nvSpPr>
        <p:spPr>
          <a:xfrm>
            <a:off x="7143750" y="2771775"/>
            <a:ext cx="1571625" cy="4762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2025">
                <a:solidFill>
                  <a:srgbClr val="10283F"/>
                </a:solidFill>
                <a:latin typeface="Arial"/>
                <a:ea typeface="Arial"/>
                <a:cs typeface="Arial"/>
                <a:sym typeface="Arial"/>
              </a:rPr>
              <a:t>4</a:t>
            </a:r>
            <a:endParaRPr/>
          </a:p>
        </p:txBody>
      </p:sp>
      <p:sp>
        <p:nvSpPr>
          <p:cNvPr id="490" name="Google Shape;490;p10"/>
          <p:cNvSpPr/>
          <p:nvPr/>
        </p:nvSpPr>
        <p:spPr>
          <a:xfrm>
            <a:off x="8763000" y="2724150"/>
            <a:ext cx="2619375" cy="666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200">
                <a:solidFill>
                  <a:srgbClr val="1E2C36"/>
                </a:solidFill>
                <a:latin typeface="Arial"/>
                <a:ea typeface="Arial"/>
                <a:cs typeface="Arial"/>
                <a:sym typeface="Arial"/>
              </a:rPr>
              <a:t>Cuatro productos están bajo su mínimo.</a:t>
            </a:r>
            <a:endParaRPr/>
          </a:p>
        </p:txBody>
      </p:sp>
      <p:sp>
        <p:nvSpPr>
          <p:cNvPr id="491" name="Google Shape;491;p10"/>
          <p:cNvSpPr/>
          <p:nvPr/>
        </p:nvSpPr>
        <p:spPr>
          <a:xfrm>
            <a:off x="685800" y="3619500"/>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492" name="Google Shape;492;p10"/>
          <p:cNvSpPr/>
          <p:nvPr/>
        </p:nvSpPr>
        <p:spPr>
          <a:xfrm>
            <a:off x="685800" y="4200525"/>
            <a:ext cx="5905500" cy="3238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75">
                <a:solidFill>
                  <a:srgbClr val="10283F"/>
                </a:solidFill>
                <a:latin typeface="Arial"/>
                <a:ea typeface="Arial"/>
                <a:cs typeface="Arial"/>
                <a:sym typeface="Arial"/>
              </a:rPr>
              <a:t>fn_valor_inventario_categoria(1)</a:t>
            </a:r>
            <a:endParaRPr/>
          </a:p>
        </p:txBody>
      </p:sp>
      <p:sp>
        <p:nvSpPr>
          <p:cNvPr id="493" name="Google Shape;493;p10"/>
          <p:cNvSpPr/>
          <p:nvPr/>
        </p:nvSpPr>
        <p:spPr>
          <a:xfrm>
            <a:off x="685800" y="4562475"/>
            <a:ext cx="5953125" cy="304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050">
                <a:solidFill>
                  <a:srgbClr val="66737C"/>
                </a:solidFill>
                <a:latin typeface="Arial"/>
                <a:ea typeface="Arial"/>
                <a:cs typeface="Arial"/>
                <a:sym typeface="Arial"/>
              </a:rPr>
              <a:t>Package: PKG_INVENTARIO_RUBRICA.valor_categoria(1)</a:t>
            </a:r>
            <a:endParaRPr/>
          </a:p>
        </p:txBody>
      </p:sp>
      <p:sp>
        <p:nvSpPr>
          <p:cNvPr id="494" name="Google Shape;494;p10"/>
          <p:cNvSpPr/>
          <p:nvPr/>
        </p:nvSpPr>
        <p:spPr>
          <a:xfrm>
            <a:off x="7143750" y="4248150"/>
            <a:ext cx="1571625" cy="4762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2025">
                <a:solidFill>
                  <a:srgbClr val="10283F"/>
                </a:solidFill>
                <a:latin typeface="Arial"/>
                <a:ea typeface="Arial"/>
                <a:cs typeface="Arial"/>
                <a:sym typeface="Arial"/>
              </a:rPr>
              <a:t>5.069.850</a:t>
            </a:r>
            <a:endParaRPr/>
          </a:p>
        </p:txBody>
      </p:sp>
      <p:sp>
        <p:nvSpPr>
          <p:cNvPr id="495" name="Google Shape;495;p10"/>
          <p:cNvSpPr/>
          <p:nvPr/>
        </p:nvSpPr>
        <p:spPr>
          <a:xfrm>
            <a:off x="8763000" y="4200525"/>
            <a:ext cx="2619375" cy="666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200">
                <a:solidFill>
                  <a:srgbClr val="1E2C36"/>
                </a:solidFill>
                <a:latin typeface="Arial"/>
                <a:ea typeface="Arial"/>
                <a:cs typeface="Arial"/>
                <a:sym typeface="Arial"/>
              </a:rPr>
              <a:t>Valor del stock actual en Procesadores (categoría 1).</a:t>
            </a:r>
            <a:endParaRPr/>
          </a:p>
        </p:txBody>
      </p:sp>
      <p:sp>
        <p:nvSpPr>
          <p:cNvPr id="496" name="Google Shape;496;p10"/>
          <p:cNvSpPr/>
          <p:nvPr/>
        </p:nvSpPr>
        <p:spPr>
          <a:xfrm>
            <a:off x="685800" y="5810250"/>
            <a:ext cx="10763250" cy="342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00">
                <a:solidFill>
                  <a:srgbClr val="147D80"/>
                </a:solidFill>
                <a:latin typeface="Arial"/>
                <a:ea typeface="Arial"/>
                <a:cs typeface="Arial"/>
                <a:sym typeface="Arial"/>
              </a:rPr>
              <a:t>El valor se calcula como precio × stock actual. Es una valorización del inventario registrado, no una ganancia ni una venta.</a:t>
            </a:r>
            <a:endParaRPr/>
          </a:p>
        </p:txBody>
      </p:sp>
      <p:sp>
        <p:nvSpPr>
          <p:cNvPr id="497" name="Google Shape;497;p10"/>
          <p:cNvSpPr/>
          <p:nvPr/>
        </p:nvSpPr>
        <p:spPr>
          <a:xfrm>
            <a:off x="685800" y="6457950"/>
            <a:ext cx="6667500" cy="190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653">
                <a:solidFill>
                  <a:srgbClr val="66737C"/>
                </a:solidFill>
                <a:latin typeface="Arial"/>
                <a:ea typeface="Arial"/>
                <a:cs typeface="Arial"/>
                <a:sym typeface="Arial"/>
              </a:rPr>
              <a:t>BDY1103  ·  PROYECTO DE INVENTARIO</a:t>
            </a:r>
            <a:endParaRPr/>
          </a:p>
        </p:txBody>
      </p:sp>
      <p:sp>
        <p:nvSpPr>
          <p:cNvPr id="498" name="Google Shape;498;p10"/>
          <p:cNvSpPr/>
          <p:nvPr/>
        </p:nvSpPr>
        <p:spPr>
          <a:xfrm>
            <a:off x="11077575" y="6429375"/>
            <a:ext cx="419100" cy="20955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1" lang="es-MX" sz="770">
                <a:solidFill>
                  <a:srgbClr val="147D8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503" name="Shape 503"/>
        <p:cNvGrpSpPr/>
        <p:nvPr/>
      </p:nvGrpSpPr>
      <p:grpSpPr>
        <a:xfrm>
          <a:off x="0" y="0"/>
          <a:ext cx="0" cy="0"/>
          <a:chOff x="0" y="0"/>
          <a:chExt cx="0" cy="0"/>
        </a:xfrm>
      </p:grpSpPr>
      <p:sp>
        <p:nvSpPr>
          <p:cNvPr id="504" name="Google Shape;504;p11"/>
          <p:cNvSpPr/>
          <p:nvPr/>
        </p:nvSpPr>
        <p:spPr>
          <a:xfrm>
            <a:off x="685800" y="266700"/>
            <a:ext cx="102870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SALIDA DE LOS PROCEDIMIENTOS Y PACKAGES</a:t>
            </a:r>
            <a:endParaRPr/>
          </a:p>
        </p:txBody>
      </p:sp>
      <p:sp>
        <p:nvSpPr>
          <p:cNvPr id="505" name="Google Shape;505;p11"/>
          <p:cNvSpPr/>
          <p:nvPr/>
        </p:nvSpPr>
        <p:spPr>
          <a:xfrm>
            <a:off x="685800" y="628650"/>
            <a:ext cx="10820400" cy="5905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2550">
                <a:solidFill>
                  <a:srgbClr val="10283F"/>
                </a:solidFill>
                <a:latin typeface="Arial"/>
                <a:ea typeface="Arial"/>
                <a:cs typeface="Arial"/>
                <a:sym typeface="Arial"/>
              </a:rPr>
              <a:t>Qué productos quedaron marcados para reposición</a:t>
            </a:r>
            <a:endParaRPr/>
          </a:p>
        </p:txBody>
      </p:sp>
      <p:sp>
        <p:nvSpPr>
          <p:cNvPr id="506" name="Google Shape;506;p11"/>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07" name="Google Shape;507;p11"/>
          <p:cNvSpPr/>
          <p:nvPr/>
        </p:nvSpPr>
        <p:spPr>
          <a:xfrm>
            <a:off x="685800" y="1552575"/>
            <a:ext cx="10820400" cy="495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425">
                <a:solidFill>
                  <a:srgbClr val="10283F"/>
                </a:solidFill>
                <a:latin typeface="Arial"/>
                <a:ea typeface="Arial"/>
                <a:cs typeface="Arial"/>
                <a:sym typeface="Arial"/>
              </a:rPr>
              <a:t>El reporte general entrega el producto, sus existencias, el mínimo definido y el proveedor.</a:t>
            </a:r>
            <a:endParaRPr/>
          </a:p>
        </p:txBody>
      </p:sp>
      <p:sp>
        <p:nvSpPr>
          <p:cNvPr id="508" name="Google Shape;508;p11"/>
          <p:cNvSpPr/>
          <p:nvPr/>
        </p:nvSpPr>
        <p:spPr>
          <a:xfrm>
            <a:off x="685800" y="2228850"/>
            <a:ext cx="1714500" cy="285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CATEGORÍA</a:t>
            </a:r>
            <a:endParaRPr/>
          </a:p>
        </p:txBody>
      </p:sp>
      <p:sp>
        <p:nvSpPr>
          <p:cNvPr id="509" name="Google Shape;509;p11"/>
          <p:cNvSpPr/>
          <p:nvPr/>
        </p:nvSpPr>
        <p:spPr>
          <a:xfrm>
            <a:off x="2476500" y="2228850"/>
            <a:ext cx="3048000" cy="285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PRODUCTO</a:t>
            </a:r>
            <a:endParaRPr/>
          </a:p>
        </p:txBody>
      </p:sp>
      <p:sp>
        <p:nvSpPr>
          <p:cNvPr id="510" name="Google Shape;510;p11"/>
          <p:cNvSpPr/>
          <p:nvPr/>
        </p:nvSpPr>
        <p:spPr>
          <a:xfrm>
            <a:off x="5619750" y="2228850"/>
            <a:ext cx="1190625" cy="285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STOCK</a:t>
            </a:r>
            <a:endParaRPr/>
          </a:p>
        </p:txBody>
      </p:sp>
      <p:sp>
        <p:nvSpPr>
          <p:cNvPr id="511" name="Google Shape;511;p11"/>
          <p:cNvSpPr/>
          <p:nvPr/>
        </p:nvSpPr>
        <p:spPr>
          <a:xfrm>
            <a:off x="6953250" y="2228850"/>
            <a:ext cx="1047750" cy="285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147D80"/>
                </a:solidFill>
                <a:latin typeface="Arial"/>
                <a:ea typeface="Arial"/>
                <a:cs typeface="Arial"/>
                <a:sym typeface="Arial"/>
              </a:rPr>
              <a:t>MÍNIMO</a:t>
            </a:r>
            <a:endParaRPr/>
          </a:p>
        </p:txBody>
      </p:sp>
      <p:sp>
        <p:nvSpPr>
          <p:cNvPr id="512" name="Google Shape;512;p11"/>
          <p:cNvSpPr/>
          <p:nvPr/>
        </p:nvSpPr>
        <p:spPr>
          <a:xfrm>
            <a:off x="8096250" y="2228850"/>
            <a:ext cx="3333750" cy="2857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900">
                <a:solidFill>
                  <a:srgbClr val="E39B48"/>
                </a:solidFill>
                <a:latin typeface="Arial"/>
                <a:ea typeface="Arial"/>
                <a:cs typeface="Arial"/>
                <a:sym typeface="Arial"/>
              </a:rPr>
              <a:t>PROVEEDOR</a:t>
            </a:r>
            <a:endParaRPr/>
          </a:p>
        </p:txBody>
      </p:sp>
      <p:sp>
        <p:nvSpPr>
          <p:cNvPr id="513" name="Google Shape;513;p11"/>
          <p:cNvSpPr/>
          <p:nvPr/>
        </p:nvSpPr>
        <p:spPr>
          <a:xfrm>
            <a:off x="685800" y="2647950"/>
            <a:ext cx="17145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Almacenamiento</a:t>
            </a:r>
            <a:endParaRPr/>
          </a:p>
        </p:txBody>
      </p:sp>
      <p:sp>
        <p:nvSpPr>
          <p:cNvPr id="514" name="Google Shape;514;p11"/>
          <p:cNvSpPr/>
          <p:nvPr/>
        </p:nvSpPr>
        <p:spPr>
          <a:xfrm>
            <a:off x="2476500" y="2647950"/>
            <a:ext cx="30480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00">
                <a:solidFill>
                  <a:srgbClr val="10283F"/>
                </a:solidFill>
                <a:latin typeface="Arial"/>
                <a:ea typeface="Arial"/>
                <a:cs typeface="Arial"/>
                <a:sym typeface="Arial"/>
              </a:rPr>
              <a:t>WD Black SN850X 1TB</a:t>
            </a:r>
            <a:endParaRPr/>
          </a:p>
        </p:txBody>
      </p:sp>
      <p:sp>
        <p:nvSpPr>
          <p:cNvPr id="515" name="Google Shape;515;p11"/>
          <p:cNvSpPr/>
          <p:nvPr/>
        </p:nvSpPr>
        <p:spPr>
          <a:xfrm>
            <a:off x="5619750" y="2647950"/>
            <a:ext cx="1190625"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2</a:t>
            </a:r>
            <a:endParaRPr/>
          </a:p>
        </p:txBody>
      </p:sp>
      <p:sp>
        <p:nvSpPr>
          <p:cNvPr id="516" name="Google Shape;516;p11"/>
          <p:cNvSpPr/>
          <p:nvPr/>
        </p:nvSpPr>
        <p:spPr>
          <a:xfrm>
            <a:off x="6953250" y="2647950"/>
            <a:ext cx="1047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6</a:t>
            </a:r>
            <a:endParaRPr/>
          </a:p>
        </p:txBody>
      </p:sp>
      <p:sp>
        <p:nvSpPr>
          <p:cNvPr id="517" name="Google Shape;517;p11"/>
          <p:cNvSpPr/>
          <p:nvPr/>
        </p:nvSpPr>
        <p:spPr>
          <a:xfrm>
            <a:off x="8096250" y="2647950"/>
            <a:ext cx="3333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ImportPC S.A.</a:t>
            </a:r>
            <a:endParaRPr/>
          </a:p>
        </p:txBody>
      </p:sp>
      <p:sp>
        <p:nvSpPr>
          <p:cNvPr id="518" name="Google Shape;518;p11"/>
          <p:cNvSpPr/>
          <p:nvPr/>
        </p:nvSpPr>
        <p:spPr>
          <a:xfrm>
            <a:off x="685800" y="3181350"/>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19" name="Google Shape;519;p11"/>
          <p:cNvSpPr/>
          <p:nvPr/>
        </p:nvSpPr>
        <p:spPr>
          <a:xfrm>
            <a:off x="685800" y="3362325"/>
            <a:ext cx="17145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Memorias RAM</a:t>
            </a:r>
            <a:endParaRPr/>
          </a:p>
        </p:txBody>
      </p:sp>
      <p:sp>
        <p:nvSpPr>
          <p:cNvPr id="520" name="Google Shape;520;p11"/>
          <p:cNvSpPr/>
          <p:nvPr/>
        </p:nvSpPr>
        <p:spPr>
          <a:xfrm>
            <a:off x="2476500" y="3362325"/>
            <a:ext cx="30480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00">
                <a:solidFill>
                  <a:srgbClr val="10283F"/>
                </a:solidFill>
                <a:latin typeface="Arial"/>
                <a:ea typeface="Arial"/>
                <a:cs typeface="Arial"/>
                <a:sym typeface="Arial"/>
              </a:rPr>
              <a:t>Corsair Vengeance 16GB</a:t>
            </a:r>
            <a:endParaRPr/>
          </a:p>
        </p:txBody>
      </p:sp>
      <p:sp>
        <p:nvSpPr>
          <p:cNvPr id="521" name="Google Shape;521;p11"/>
          <p:cNvSpPr/>
          <p:nvPr/>
        </p:nvSpPr>
        <p:spPr>
          <a:xfrm>
            <a:off x="5619750" y="3362325"/>
            <a:ext cx="1190625"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4</a:t>
            </a:r>
            <a:endParaRPr/>
          </a:p>
        </p:txBody>
      </p:sp>
      <p:sp>
        <p:nvSpPr>
          <p:cNvPr id="522" name="Google Shape;522;p11"/>
          <p:cNvSpPr/>
          <p:nvPr/>
        </p:nvSpPr>
        <p:spPr>
          <a:xfrm>
            <a:off x="6953250" y="3362325"/>
            <a:ext cx="1047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10</a:t>
            </a:r>
            <a:endParaRPr/>
          </a:p>
        </p:txBody>
      </p:sp>
      <p:sp>
        <p:nvSpPr>
          <p:cNvPr id="523" name="Google Shape;523;p11"/>
          <p:cNvSpPr/>
          <p:nvPr/>
        </p:nvSpPr>
        <p:spPr>
          <a:xfrm>
            <a:off x="8096250" y="3362325"/>
            <a:ext cx="3333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ImportPC S.A.</a:t>
            </a:r>
            <a:endParaRPr/>
          </a:p>
        </p:txBody>
      </p:sp>
      <p:sp>
        <p:nvSpPr>
          <p:cNvPr id="524" name="Google Shape;524;p11"/>
          <p:cNvSpPr/>
          <p:nvPr/>
        </p:nvSpPr>
        <p:spPr>
          <a:xfrm>
            <a:off x="685800" y="3895725"/>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25" name="Google Shape;525;p11"/>
          <p:cNvSpPr/>
          <p:nvPr/>
        </p:nvSpPr>
        <p:spPr>
          <a:xfrm>
            <a:off x="685800" y="4076700"/>
            <a:ext cx="17145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Procesadores</a:t>
            </a:r>
            <a:endParaRPr/>
          </a:p>
        </p:txBody>
      </p:sp>
      <p:sp>
        <p:nvSpPr>
          <p:cNvPr id="526" name="Google Shape;526;p11"/>
          <p:cNvSpPr/>
          <p:nvPr/>
        </p:nvSpPr>
        <p:spPr>
          <a:xfrm>
            <a:off x="2476500" y="4076700"/>
            <a:ext cx="30480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00">
                <a:solidFill>
                  <a:srgbClr val="10283F"/>
                </a:solidFill>
                <a:latin typeface="Arial"/>
                <a:ea typeface="Arial"/>
                <a:cs typeface="Arial"/>
                <a:sym typeface="Arial"/>
              </a:rPr>
              <a:t>Intel Core i5-14600K</a:t>
            </a:r>
            <a:endParaRPr/>
          </a:p>
        </p:txBody>
      </p:sp>
      <p:sp>
        <p:nvSpPr>
          <p:cNvPr id="527" name="Google Shape;527;p11"/>
          <p:cNvSpPr/>
          <p:nvPr/>
        </p:nvSpPr>
        <p:spPr>
          <a:xfrm>
            <a:off x="5619750" y="4076700"/>
            <a:ext cx="1190625"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3</a:t>
            </a:r>
            <a:endParaRPr/>
          </a:p>
        </p:txBody>
      </p:sp>
      <p:sp>
        <p:nvSpPr>
          <p:cNvPr id="528" name="Google Shape;528;p11"/>
          <p:cNvSpPr/>
          <p:nvPr/>
        </p:nvSpPr>
        <p:spPr>
          <a:xfrm>
            <a:off x="6953250" y="4076700"/>
            <a:ext cx="1047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5</a:t>
            </a:r>
            <a:endParaRPr/>
          </a:p>
        </p:txBody>
      </p:sp>
      <p:sp>
        <p:nvSpPr>
          <p:cNvPr id="529" name="Google Shape;529;p11"/>
          <p:cNvSpPr/>
          <p:nvPr/>
        </p:nvSpPr>
        <p:spPr>
          <a:xfrm>
            <a:off x="8096250" y="4076700"/>
            <a:ext cx="3333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ImportPC S.A.</a:t>
            </a:r>
            <a:endParaRPr/>
          </a:p>
        </p:txBody>
      </p:sp>
      <p:sp>
        <p:nvSpPr>
          <p:cNvPr id="530" name="Google Shape;530;p11"/>
          <p:cNvSpPr/>
          <p:nvPr/>
        </p:nvSpPr>
        <p:spPr>
          <a:xfrm>
            <a:off x="685800" y="4610100"/>
            <a:ext cx="1082040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31" name="Google Shape;531;p11"/>
          <p:cNvSpPr/>
          <p:nvPr/>
        </p:nvSpPr>
        <p:spPr>
          <a:xfrm>
            <a:off x="685800" y="4791075"/>
            <a:ext cx="17145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Tarjetas de Video</a:t>
            </a:r>
            <a:endParaRPr/>
          </a:p>
        </p:txBody>
      </p:sp>
      <p:sp>
        <p:nvSpPr>
          <p:cNvPr id="532" name="Google Shape;532;p11"/>
          <p:cNvSpPr/>
          <p:nvPr/>
        </p:nvSpPr>
        <p:spPr>
          <a:xfrm>
            <a:off x="2476500" y="4791075"/>
            <a:ext cx="304800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200">
                <a:solidFill>
                  <a:srgbClr val="10283F"/>
                </a:solidFill>
                <a:latin typeface="Arial"/>
                <a:ea typeface="Arial"/>
                <a:cs typeface="Arial"/>
                <a:sym typeface="Arial"/>
              </a:rPr>
              <a:t>NVIDIA RTX 4070 Super</a:t>
            </a:r>
            <a:endParaRPr/>
          </a:p>
        </p:txBody>
      </p:sp>
      <p:sp>
        <p:nvSpPr>
          <p:cNvPr id="533" name="Google Shape;533;p11"/>
          <p:cNvSpPr/>
          <p:nvPr/>
        </p:nvSpPr>
        <p:spPr>
          <a:xfrm>
            <a:off x="5619750" y="4791075"/>
            <a:ext cx="1190625"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2</a:t>
            </a:r>
            <a:endParaRPr/>
          </a:p>
        </p:txBody>
      </p:sp>
      <p:sp>
        <p:nvSpPr>
          <p:cNvPr id="534" name="Google Shape;534;p11"/>
          <p:cNvSpPr/>
          <p:nvPr/>
        </p:nvSpPr>
        <p:spPr>
          <a:xfrm>
            <a:off x="6953250" y="4791075"/>
            <a:ext cx="1047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4</a:t>
            </a:r>
            <a:endParaRPr/>
          </a:p>
        </p:txBody>
      </p:sp>
      <p:sp>
        <p:nvSpPr>
          <p:cNvPr id="535" name="Google Shape;535;p11"/>
          <p:cNvSpPr/>
          <p:nvPr/>
        </p:nvSpPr>
        <p:spPr>
          <a:xfrm>
            <a:off x="8096250" y="4791075"/>
            <a:ext cx="3333750" cy="4381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0" lang="es-MX" sz="1125">
                <a:solidFill>
                  <a:srgbClr val="1E2C36"/>
                </a:solidFill>
                <a:latin typeface="Arial"/>
                <a:ea typeface="Arial"/>
                <a:cs typeface="Arial"/>
                <a:sym typeface="Arial"/>
              </a:rPr>
              <a:t>GamerParts Ltda</a:t>
            </a:r>
            <a:endParaRPr/>
          </a:p>
        </p:txBody>
      </p:sp>
      <p:sp>
        <p:nvSpPr>
          <p:cNvPr id="536" name="Google Shape;536;p11"/>
          <p:cNvSpPr/>
          <p:nvPr/>
        </p:nvSpPr>
        <p:spPr>
          <a:xfrm>
            <a:off x="685800" y="5619750"/>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37" name="Google Shape;537;p11"/>
          <p:cNvSpPr/>
          <p:nvPr/>
        </p:nvSpPr>
        <p:spPr>
          <a:xfrm>
            <a:off x="685800" y="5810250"/>
            <a:ext cx="10668000" cy="266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125">
                <a:solidFill>
                  <a:srgbClr val="10283F"/>
                </a:solidFill>
                <a:latin typeface="Arial"/>
                <a:ea typeface="Arial"/>
                <a:cs typeface="Arial"/>
                <a:sym typeface="Arial"/>
              </a:rPr>
              <a:t>PKG_INVENTARIO_RUBRICA.REPORTE_CRITICOS() también imprimió estos cuatro productos.</a:t>
            </a:r>
            <a:endParaRPr/>
          </a:p>
        </p:txBody>
      </p:sp>
      <p:sp>
        <p:nvSpPr>
          <p:cNvPr id="538" name="Google Shape;538;p11"/>
          <p:cNvSpPr/>
          <p:nvPr/>
        </p:nvSpPr>
        <p:spPr>
          <a:xfrm>
            <a:off x="685800" y="6115050"/>
            <a:ext cx="10668000" cy="304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1050">
                <a:solidFill>
                  <a:srgbClr val="147D80"/>
                </a:solidFill>
                <a:latin typeface="Arial"/>
                <a:ea typeface="Arial"/>
                <a:cs typeface="Arial"/>
                <a:sym typeface="Arial"/>
              </a:rPr>
              <a:t>Con PKG_INVENTARIO_RUBRICA.REPORTE_CATEGORIA(2), Oracle filtró Tarjetas de Video y mostró NVIDIA RTX 4070 Super (2/4). Así se revisa una categoría puntual.</a:t>
            </a:r>
            <a:endParaRPr/>
          </a:p>
        </p:txBody>
      </p:sp>
      <p:sp>
        <p:nvSpPr>
          <p:cNvPr id="539" name="Google Shape;539;p11"/>
          <p:cNvSpPr/>
          <p:nvPr/>
        </p:nvSpPr>
        <p:spPr>
          <a:xfrm>
            <a:off x="685800" y="6457950"/>
            <a:ext cx="6667500" cy="190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s-MX" sz="653">
                <a:solidFill>
                  <a:srgbClr val="66737C"/>
                </a:solidFill>
                <a:latin typeface="Arial"/>
                <a:ea typeface="Arial"/>
                <a:cs typeface="Arial"/>
                <a:sym typeface="Arial"/>
              </a:rPr>
              <a:t>BDY1103  ·  PROYECTO DE INVENTARIO</a:t>
            </a:r>
            <a:endParaRPr/>
          </a:p>
        </p:txBody>
      </p:sp>
      <p:sp>
        <p:nvSpPr>
          <p:cNvPr id="540" name="Google Shape;540;p11"/>
          <p:cNvSpPr/>
          <p:nvPr/>
        </p:nvSpPr>
        <p:spPr>
          <a:xfrm>
            <a:off x="11077575" y="6429375"/>
            <a:ext cx="419100" cy="20955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None/>
            </a:pPr>
            <a:r>
              <a:rPr b="1" lang="es-MX" sz="770">
                <a:solidFill>
                  <a:srgbClr val="147D8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545" name="Shape 545"/>
        <p:cNvGrpSpPr/>
        <p:nvPr/>
      </p:nvGrpSpPr>
      <p:grpSpPr>
        <a:xfrm>
          <a:off x="0" y="0"/>
          <a:ext cx="0" cy="0"/>
          <a:chOff x="0" y="0"/>
          <a:chExt cx="0" cy="0"/>
        </a:xfrm>
      </p:grpSpPr>
      <p:sp>
        <p:nvSpPr>
          <p:cNvPr id="546" name="Google Shape;546;p12"/>
          <p:cNvSpPr/>
          <p:nvPr/>
        </p:nvSpPr>
        <p:spPr>
          <a:xfrm>
            <a:off x="685800" y="266700"/>
            <a:ext cx="9525000" cy="2286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PEDIDO DE PRUEBA</a:t>
            </a:r>
            <a:endParaRPr/>
          </a:p>
        </p:txBody>
      </p:sp>
      <p:sp>
        <p:nvSpPr>
          <p:cNvPr id="547" name="Google Shape;547;p12"/>
          <p:cNvSpPr/>
          <p:nvPr/>
        </p:nvSpPr>
        <p:spPr>
          <a:xfrm>
            <a:off x="685800" y="628650"/>
            <a:ext cx="10810875" cy="5905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625"/>
              <a:buFont typeface="Sorts Mill Goudy"/>
              <a:buNone/>
            </a:pPr>
            <a:r>
              <a:rPr b="1" lang="es-MX" sz="2625">
                <a:solidFill>
                  <a:srgbClr val="10283F"/>
                </a:solidFill>
                <a:latin typeface="Sorts Mill Goudy"/>
                <a:ea typeface="Sorts Mill Goudy"/>
                <a:cs typeface="Sorts Mill Goudy"/>
                <a:sym typeface="Sorts Mill Goudy"/>
              </a:rPr>
              <a:t>Ejemplo explicado: registrar un pedido</a:t>
            </a:r>
            <a:endParaRPr/>
          </a:p>
        </p:txBody>
      </p:sp>
      <p:sp>
        <p:nvSpPr>
          <p:cNvPr id="548" name="Google Shape;548;p12"/>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49" name="Google Shape;549;p12"/>
          <p:cNvSpPr/>
          <p:nvPr/>
        </p:nvSpPr>
        <p:spPr>
          <a:xfrm>
            <a:off x="685800" y="6457950"/>
            <a:ext cx="666750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66737C"/>
              </a:buClr>
              <a:buSzPts val="650"/>
              <a:buFont typeface="Sorts Mill Goudy"/>
              <a:buNone/>
            </a:pPr>
            <a:r>
              <a:rPr b="1" lang="es-MX" sz="650">
                <a:solidFill>
                  <a:srgbClr val="66737C"/>
                </a:solidFill>
                <a:latin typeface="Sorts Mill Goudy"/>
                <a:ea typeface="Sorts Mill Goudy"/>
                <a:cs typeface="Sorts Mill Goudy"/>
                <a:sym typeface="Sorts Mill Goudy"/>
              </a:rPr>
              <a:t>BDY1103  ·  PROYECTO DE INVENTARIO</a:t>
            </a:r>
            <a:endParaRPr/>
          </a:p>
        </p:txBody>
      </p:sp>
      <p:sp>
        <p:nvSpPr>
          <p:cNvPr id="550" name="Google Shape;550;p12"/>
          <p:cNvSpPr/>
          <p:nvPr/>
        </p:nvSpPr>
        <p:spPr>
          <a:xfrm>
            <a:off x="11077575" y="6429375"/>
            <a:ext cx="419100" cy="209550"/>
          </a:xfrm>
          <a:prstGeom prst="rect">
            <a:avLst/>
          </a:prstGeom>
          <a:noFill/>
          <a:ln>
            <a:noFill/>
          </a:ln>
        </p:spPr>
        <p:txBody>
          <a:bodyPr anchorCtr="0" anchor="ctr" bIns="45700" lIns="91425" spcFirstLastPara="1" rIns="91425" wrap="square" tIns="45700">
            <a:normAutofit/>
          </a:bodyPr>
          <a:lstStyle/>
          <a:p>
            <a:pPr indent="0" lvl="0" marL="0" marR="0" rtl="0" algn="r">
              <a:lnSpc>
                <a:spcPct val="90000"/>
              </a:lnSpc>
              <a:spcBef>
                <a:spcPts val="0"/>
              </a:spcBef>
              <a:spcAft>
                <a:spcPts val="0"/>
              </a:spcAft>
              <a:buClr>
                <a:srgbClr val="147D80"/>
              </a:buClr>
              <a:buSzPts val="848"/>
              <a:buFont typeface="Sorts Mill Goudy"/>
              <a:buNone/>
            </a:pPr>
            <a:r>
              <a:rPr b="1" lang="es-MX" sz="848">
                <a:solidFill>
                  <a:srgbClr val="147D80"/>
                </a:solidFill>
                <a:latin typeface="Sorts Mill Goudy"/>
                <a:ea typeface="Sorts Mill Goudy"/>
                <a:cs typeface="Sorts Mill Goudy"/>
                <a:sym typeface="Sorts Mill Goudy"/>
              </a:rPr>
              <a:t>12</a:t>
            </a:r>
            <a:endParaRPr/>
          </a:p>
        </p:txBody>
      </p:sp>
      <p:sp>
        <p:nvSpPr>
          <p:cNvPr id="551" name="Google Shape;551;p12"/>
          <p:cNvSpPr/>
          <p:nvPr/>
        </p:nvSpPr>
        <p:spPr>
          <a:xfrm>
            <a:off x="685800" y="1685925"/>
            <a:ext cx="1905000" cy="23812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890"/>
              <a:buFont typeface="Sorts Mill Goudy"/>
              <a:buNone/>
            </a:pPr>
            <a:r>
              <a:rPr b="1" lang="es-MX" sz="890">
                <a:solidFill>
                  <a:srgbClr val="147D80"/>
                </a:solidFill>
                <a:latin typeface="Sorts Mill Goudy"/>
                <a:ea typeface="Sorts Mill Goudy"/>
                <a:cs typeface="Sorts Mill Goudy"/>
                <a:sym typeface="Sorts Mill Goudy"/>
              </a:rPr>
              <a:t>Caso calculado con los datos iniciales</a:t>
            </a:r>
            <a:endParaRPr/>
          </a:p>
        </p:txBody>
      </p:sp>
      <p:sp>
        <p:nvSpPr>
          <p:cNvPr id="552" name="Google Shape;552;p12"/>
          <p:cNvSpPr/>
          <p:nvPr/>
        </p:nvSpPr>
        <p:spPr>
          <a:xfrm>
            <a:off x="685800" y="2047875"/>
            <a:ext cx="4953000"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2024"/>
              <a:buFont typeface="Sorts Mill Goudy"/>
              <a:buNone/>
            </a:pPr>
            <a:r>
              <a:rPr b="1" lang="es-MX" sz="2025">
                <a:solidFill>
                  <a:srgbClr val="10283F"/>
                </a:solidFill>
                <a:latin typeface="Sorts Mill Goudy"/>
                <a:ea typeface="Sorts Mill Goudy"/>
                <a:cs typeface="Sorts Mill Goudy"/>
                <a:sym typeface="Sorts Mill Goudy"/>
              </a:rPr>
              <a:t>AMD Radeon RX 7800 XT</a:t>
            </a:r>
            <a:endParaRPr/>
          </a:p>
        </p:txBody>
      </p:sp>
      <p:sp>
        <p:nvSpPr>
          <p:cNvPr id="553" name="Google Shape;553;p12"/>
          <p:cNvSpPr/>
          <p:nvPr/>
        </p:nvSpPr>
        <p:spPr>
          <a:xfrm>
            <a:off x="685800" y="2562225"/>
            <a:ext cx="4762500" cy="28575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1E2C36"/>
              </a:buClr>
              <a:buSzPts val="1274"/>
              <a:buFont typeface="Sorts Mill Goudy"/>
              <a:buNone/>
            </a:pPr>
            <a:r>
              <a:rPr b="0" lang="es-MX" sz="1275">
                <a:solidFill>
                  <a:srgbClr val="1E2C36"/>
                </a:solidFill>
                <a:latin typeface="Sorts Mill Goudy"/>
                <a:ea typeface="Sorts Mill Goudy"/>
                <a:cs typeface="Sorts Mill Goudy"/>
                <a:sym typeface="Sorts Mill Goudy"/>
              </a:rPr>
              <a:t>Stock inicial: 4   /   Mínimo: 3</a:t>
            </a:r>
            <a:endParaRPr/>
          </a:p>
        </p:txBody>
      </p:sp>
      <p:sp>
        <p:nvSpPr>
          <p:cNvPr id="554" name="Google Shape;554;p12"/>
          <p:cNvSpPr/>
          <p:nvPr/>
        </p:nvSpPr>
        <p:spPr>
          <a:xfrm>
            <a:off x="685800" y="3276600"/>
            <a:ext cx="323850" cy="323850"/>
          </a:xfrm>
          <a:prstGeom prst="roundRect">
            <a:avLst>
              <a:gd fmla="val 23529" name="adj"/>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55" name="Google Shape;555;p12"/>
          <p:cNvSpPr/>
          <p:nvPr/>
        </p:nvSpPr>
        <p:spPr>
          <a:xfrm>
            <a:off x="685800" y="3276600"/>
            <a:ext cx="323850" cy="3238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FFFF"/>
              </a:buClr>
              <a:buSzPts val="1050"/>
              <a:buFont typeface="Sorts Mill Goudy"/>
              <a:buNone/>
            </a:pPr>
            <a:r>
              <a:rPr b="1" lang="es-MX" sz="1050">
                <a:solidFill>
                  <a:srgbClr val="FFFFFF"/>
                </a:solidFill>
                <a:latin typeface="Sorts Mill Goudy"/>
                <a:ea typeface="Sorts Mill Goudy"/>
                <a:cs typeface="Sorts Mill Goudy"/>
                <a:sym typeface="Sorts Mill Goudy"/>
              </a:rPr>
              <a:t>1</a:t>
            </a:r>
            <a:endParaRPr/>
          </a:p>
        </p:txBody>
      </p:sp>
      <p:sp>
        <p:nvSpPr>
          <p:cNvPr id="556" name="Google Shape;556;p12"/>
          <p:cNvSpPr/>
          <p:nvPr/>
        </p:nvSpPr>
        <p:spPr>
          <a:xfrm>
            <a:off x="1181100" y="3276600"/>
            <a:ext cx="89535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75"/>
              <a:buFont typeface="Sorts Mill Goudy"/>
              <a:buNone/>
            </a:pPr>
            <a:r>
              <a:rPr b="0" lang="es-MX" sz="1275">
                <a:solidFill>
                  <a:srgbClr val="1E2C36"/>
                </a:solidFill>
                <a:latin typeface="Sorts Mill Goudy"/>
                <a:ea typeface="Sorts Mill Goudy"/>
                <a:cs typeface="Sorts Mill Goudy"/>
                <a:sym typeface="Sorts Mill Goudy"/>
              </a:rPr>
              <a:t>Se solicitan 2 unidades; el producto parte con 4.</a:t>
            </a:r>
            <a:endParaRPr/>
          </a:p>
        </p:txBody>
      </p:sp>
      <p:sp>
        <p:nvSpPr>
          <p:cNvPr id="557" name="Google Shape;557;p12"/>
          <p:cNvSpPr/>
          <p:nvPr/>
        </p:nvSpPr>
        <p:spPr>
          <a:xfrm>
            <a:off x="685800" y="3800475"/>
            <a:ext cx="323850" cy="323850"/>
          </a:xfrm>
          <a:prstGeom prst="roundRect">
            <a:avLst>
              <a:gd fmla="val 23529" name="adj"/>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58" name="Google Shape;558;p12"/>
          <p:cNvSpPr/>
          <p:nvPr/>
        </p:nvSpPr>
        <p:spPr>
          <a:xfrm>
            <a:off x="685800" y="3800475"/>
            <a:ext cx="323850" cy="3238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FFFF"/>
              </a:buClr>
              <a:buSzPts val="1050"/>
              <a:buFont typeface="Sorts Mill Goudy"/>
              <a:buNone/>
            </a:pPr>
            <a:r>
              <a:rPr b="1" lang="es-MX" sz="1050">
                <a:solidFill>
                  <a:srgbClr val="FFFFFF"/>
                </a:solidFill>
                <a:latin typeface="Sorts Mill Goudy"/>
                <a:ea typeface="Sorts Mill Goudy"/>
                <a:cs typeface="Sorts Mill Goudy"/>
                <a:sym typeface="Sorts Mill Goudy"/>
              </a:rPr>
              <a:t>2</a:t>
            </a:r>
            <a:endParaRPr/>
          </a:p>
        </p:txBody>
      </p:sp>
      <p:sp>
        <p:nvSpPr>
          <p:cNvPr id="559" name="Google Shape;559;p12"/>
          <p:cNvSpPr/>
          <p:nvPr/>
        </p:nvSpPr>
        <p:spPr>
          <a:xfrm>
            <a:off x="1181100" y="3800475"/>
            <a:ext cx="89535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75"/>
              <a:buFont typeface="Sorts Mill Goudy"/>
              <a:buNone/>
            </a:pPr>
            <a:r>
              <a:rPr b="0" lang="es-MX" sz="1275">
                <a:solidFill>
                  <a:srgbClr val="1E2C36"/>
                </a:solidFill>
                <a:latin typeface="Sorts Mill Goudy"/>
                <a:ea typeface="Sorts Mill Goudy"/>
                <a:cs typeface="Sorts Mill Goudy"/>
                <a:sym typeface="Sorts Mill Goudy"/>
              </a:rPr>
              <a:t>Java envía los datos a PKG_INVENTARIO.REGISTRAR_PEDIDO.</a:t>
            </a:r>
            <a:endParaRPr/>
          </a:p>
        </p:txBody>
      </p:sp>
      <p:sp>
        <p:nvSpPr>
          <p:cNvPr id="560" name="Google Shape;560;p12"/>
          <p:cNvSpPr/>
          <p:nvPr/>
        </p:nvSpPr>
        <p:spPr>
          <a:xfrm>
            <a:off x="685800" y="4324350"/>
            <a:ext cx="323850" cy="323850"/>
          </a:xfrm>
          <a:prstGeom prst="roundRect">
            <a:avLst>
              <a:gd fmla="val 23529" name="adj"/>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61" name="Google Shape;561;p12"/>
          <p:cNvSpPr/>
          <p:nvPr/>
        </p:nvSpPr>
        <p:spPr>
          <a:xfrm>
            <a:off x="685800" y="4324350"/>
            <a:ext cx="323850" cy="3238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FFFF"/>
              </a:buClr>
              <a:buSzPts val="1050"/>
              <a:buFont typeface="Sorts Mill Goudy"/>
              <a:buNone/>
            </a:pPr>
            <a:r>
              <a:rPr b="1" lang="es-MX" sz="1050">
                <a:solidFill>
                  <a:srgbClr val="FFFFFF"/>
                </a:solidFill>
                <a:latin typeface="Sorts Mill Goudy"/>
                <a:ea typeface="Sorts Mill Goudy"/>
                <a:cs typeface="Sorts Mill Goudy"/>
                <a:sym typeface="Sorts Mill Goudy"/>
              </a:rPr>
              <a:t>3</a:t>
            </a:r>
            <a:endParaRPr/>
          </a:p>
        </p:txBody>
      </p:sp>
      <p:sp>
        <p:nvSpPr>
          <p:cNvPr id="562" name="Google Shape;562;p12"/>
          <p:cNvSpPr/>
          <p:nvPr/>
        </p:nvSpPr>
        <p:spPr>
          <a:xfrm>
            <a:off x="1181100" y="4324350"/>
            <a:ext cx="89535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75"/>
              <a:buFont typeface="Sorts Mill Goudy"/>
              <a:buNone/>
            </a:pPr>
            <a:r>
              <a:rPr b="0" lang="es-MX" sz="1275">
                <a:solidFill>
                  <a:srgbClr val="1E2C36"/>
                </a:solidFill>
                <a:latin typeface="Sorts Mill Goudy"/>
                <a:ea typeface="Sorts Mill Goudy"/>
                <a:cs typeface="Sorts Mill Goudy"/>
                <a:sym typeface="Sorts Mill Goudy"/>
              </a:rPr>
              <a:t>El package valida cliente, producto, cantidad y stock disponible.</a:t>
            </a:r>
            <a:endParaRPr/>
          </a:p>
        </p:txBody>
      </p:sp>
      <p:sp>
        <p:nvSpPr>
          <p:cNvPr id="563" name="Google Shape;563;p12"/>
          <p:cNvSpPr/>
          <p:nvPr/>
        </p:nvSpPr>
        <p:spPr>
          <a:xfrm>
            <a:off x="685800" y="4848225"/>
            <a:ext cx="323850" cy="323850"/>
          </a:xfrm>
          <a:prstGeom prst="roundRect">
            <a:avLst>
              <a:gd fmla="val 23529" name="adj"/>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64" name="Google Shape;564;p12"/>
          <p:cNvSpPr/>
          <p:nvPr/>
        </p:nvSpPr>
        <p:spPr>
          <a:xfrm>
            <a:off x="685800" y="4848225"/>
            <a:ext cx="323850" cy="3238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FFFF"/>
              </a:buClr>
              <a:buSzPts val="1050"/>
              <a:buFont typeface="Sorts Mill Goudy"/>
              <a:buNone/>
            </a:pPr>
            <a:r>
              <a:rPr b="1" lang="es-MX" sz="1050">
                <a:solidFill>
                  <a:srgbClr val="FFFFFF"/>
                </a:solidFill>
                <a:latin typeface="Sorts Mill Goudy"/>
                <a:ea typeface="Sorts Mill Goudy"/>
                <a:cs typeface="Sorts Mill Goudy"/>
                <a:sym typeface="Sorts Mill Goudy"/>
              </a:rPr>
              <a:t>4</a:t>
            </a:r>
            <a:endParaRPr/>
          </a:p>
        </p:txBody>
      </p:sp>
      <p:sp>
        <p:nvSpPr>
          <p:cNvPr id="565" name="Google Shape;565;p12"/>
          <p:cNvSpPr/>
          <p:nvPr/>
        </p:nvSpPr>
        <p:spPr>
          <a:xfrm>
            <a:off x="1181100" y="4848225"/>
            <a:ext cx="89535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75"/>
              <a:buFont typeface="Sorts Mill Goudy"/>
              <a:buNone/>
            </a:pPr>
            <a:r>
              <a:rPr b="0" lang="es-MX" sz="1275">
                <a:solidFill>
                  <a:srgbClr val="1E2C36"/>
                </a:solidFill>
                <a:latin typeface="Sorts Mill Goudy"/>
                <a:ea typeface="Sorts Mill Goudy"/>
                <a:cs typeface="Sorts Mill Goudy"/>
                <a:sym typeface="Sorts Mill Goudy"/>
              </a:rPr>
              <a:t>Se guardan pedido y detalle; trg_actualizar_stock descuenta: 4 → 2.</a:t>
            </a:r>
            <a:endParaRPr/>
          </a:p>
        </p:txBody>
      </p:sp>
      <p:sp>
        <p:nvSpPr>
          <p:cNvPr id="566" name="Google Shape;566;p12"/>
          <p:cNvSpPr/>
          <p:nvPr/>
        </p:nvSpPr>
        <p:spPr>
          <a:xfrm>
            <a:off x="685800" y="5372100"/>
            <a:ext cx="323850" cy="323850"/>
          </a:xfrm>
          <a:prstGeom prst="roundRect">
            <a:avLst>
              <a:gd fmla="val 23529" name="adj"/>
            </a:avLst>
          </a:prstGeom>
          <a:solidFill>
            <a:srgbClr val="E39B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67" name="Google Shape;567;p12"/>
          <p:cNvSpPr/>
          <p:nvPr/>
        </p:nvSpPr>
        <p:spPr>
          <a:xfrm>
            <a:off x="685800" y="5372100"/>
            <a:ext cx="323850" cy="3238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FFFF"/>
              </a:buClr>
              <a:buSzPts val="1050"/>
              <a:buFont typeface="Sorts Mill Goudy"/>
              <a:buNone/>
            </a:pPr>
            <a:r>
              <a:rPr b="1" lang="es-MX" sz="1050">
                <a:solidFill>
                  <a:srgbClr val="FFFFFF"/>
                </a:solidFill>
                <a:latin typeface="Sorts Mill Goudy"/>
                <a:ea typeface="Sorts Mill Goudy"/>
                <a:cs typeface="Sorts Mill Goudy"/>
                <a:sym typeface="Sorts Mill Goudy"/>
              </a:rPr>
              <a:t>5</a:t>
            </a:r>
            <a:endParaRPr/>
          </a:p>
        </p:txBody>
      </p:sp>
      <p:sp>
        <p:nvSpPr>
          <p:cNvPr id="568" name="Google Shape;568;p12"/>
          <p:cNvSpPr/>
          <p:nvPr/>
        </p:nvSpPr>
        <p:spPr>
          <a:xfrm>
            <a:off x="1181100" y="5372100"/>
            <a:ext cx="8953500" cy="3238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0283F"/>
              </a:buClr>
              <a:buSzPts val="1275"/>
              <a:buFont typeface="Sorts Mill Goudy"/>
              <a:buNone/>
            </a:pPr>
            <a:r>
              <a:rPr b="1" lang="es-MX" sz="1275">
                <a:solidFill>
                  <a:srgbClr val="10283F"/>
                </a:solidFill>
                <a:latin typeface="Sorts Mill Goudy"/>
                <a:ea typeface="Sorts Mill Goudy"/>
                <a:cs typeface="Sorts Mill Goudy"/>
                <a:sym typeface="Sorts Mill Goudy"/>
              </a:rPr>
              <a:t>Al quedar en 2, bajo el mínimo 3, trg_log_stock_critico registra el cruce.</a:t>
            </a:r>
            <a:endParaRPr/>
          </a:p>
        </p:txBody>
      </p:sp>
      <p:sp>
        <p:nvSpPr>
          <p:cNvPr id="569" name="Google Shape;569;p12"/>
          <p:cNvSpPr/>
          <p:nvPr/>
        </p:nvSpPr>
        <p:spPr>
          <a:xfrm>
            <a:off x="9067800" y="2009775"/>
            <a:ext cx="2333625" cy="1057275"/>
          </a:xfrm>
          <a:prstGeom prst="roundRect">
            <a:avLst>
              <a:gd fmla="val 7207" name="adj"/>
            </a:avLst>
          </a:prstGeom>
          <a:solidFill>
            <a:srgbClr val="1028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70" name="Google Shape;570;p12"/>
          <p:cNvSpPr/>
          <p:nvPr/>
        </p:nvSpPr>
        <p:spPr>
          <a:xfrm>
            <a:off x="9277350" y="2181225"/>
            <a:ext cx="1809750" cy="19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E1DA"/>
              </a:buClr>
              <a:buSzPts val="711"/>
              <a:buFont typeface="Sorts Mill Goudy"/>
              <a:buNone/>
            </a:pPr>
            <a:r>
              <a:rPr b="1" lang="es-MX" sz="712">
                <a:solidFill>
                  <a:srgbClr val="B9E1DA"/>
                </a:solidFill>
                <a:latin typeface="Sorts Mill Goudy"/>
                <a:ea typeface="Sorts Mill Goudy"/>
                <a:cs typeface="Sorts Mill Goudy"/>
                <a:sym typeface="Sorts Mill Goudy"/>
              </a:rPr>
              <a:t>RESULTADO</a:t>
            </a:r>
            <a:endParaRPr/>
          </a:p>
        </p:txBody>
      </p:sp>
      <p:sp>
        <p:nvSpPr>
          <p:cNvPr id="571" name="Google Shape;571;p12"/>
          <p:cNvSpPr/>
          <p:nvPr/>
        </p:nvSpPr>
        <p:spPr>
          <a:xfrm>
            <a:off x="9277350" y="2505075"/>
            <a:ext cx="1905000" cy="36195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FFF"/>
              </a:buClr>
              <a:buSzPts val="1775"/>
              <a:buFont typeface="Sorts Mill Goudy"/>
              <a:buNone/>
            </a:pPr>
            <a:r>
              <a:rPr b="1" lang="es-MX" sz="1775">
                <a:solidFill>
                  <a:srgbClr val="FFFFFF"/>
                </a:solidFill>
                <a:latin typeface="Sorts Mill Goudy"/>
                <a:ea typeface="Sorts Mill Goudy"/>
                <a:cs typeface="Sorts Mill Goudy"/>
                <a:sym typeface="Sorts Mill Goudy"/>
              </a:rPr>
              <a:t>Stock 2 / 3</a:t>
            </a:r>
            <a:endParaRPr/>
          </a:p>
        </p:txBody>
      </p:sp>
      <p:sp>
        <p:nvSpPr>
          <p:cNvPr id="572" name="Google Shape;572;p12"/>
          <p:cNvSpPr/>
          <p:nvPr/>
        </p:nvSpPr>
        <p:spPr>
          <a:xfrm>
            <a:off x="9067800" y="3476625"/>
            <a:ext cx="2333625" cy="2476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47D80"/>
              </a:buClr>
              <a:buSzPts val="900"/>
              <a:buFont typeface="Sorts Mill Goudy"/>
              <a:buNone/>
            </a:pPr>
            <a:r>
              <a:rPr b="1" lang="es-MX" sz="900">
                <a:solidFill>
                  <a:srgbClr val="147D80"/>
                </a:solidFill>
                <a:latin typeface="Sorts Mill Goudy"/>
                <a:ea typeface="Sorts Mill Goudy"/>
                <a:cs typeface="Sorts Mill Goudy"/>
                <a:sym typeface="Sorts Mill Goudy"/>
              </a:rPr>
              <a:t>Si se piden más unidades de las que hay</a:t>
            </a:r>
            <a:endParaRPr/>
          </a:p>
        </p:txBody>
      </p:sp>
      <p:sp>
        <p:nvSpPr>
          <p:cNvPr id="573" name="Google Shape;573;p12"/>
          <p:cNvSpPr/>
          <p:nvPr/>
        </p:nvSpPr>
        <p:spPr>
          <a:xfrm>
            <a:off x="9067800" y="3886200"/>
            <a:ext cx="2381250" cy="10668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E2C36"/>
              </a:buClr>
              <a:buSzPts val="1200"/>
              <a:buFont typeface="Sorts Mill Goudy"/>
              <a:buNone/>
            </a:pPr>
            <a:r>
              <a:rPr b="0" lang="es-MX" sz="1200">
                <a:solidFill>
                  <a:srgbClr val="1E2C36"/>
                </a:solidFill>
                <a:latin typeface="Sorts Mill Goudy"/>
                <a:ea typeface="Sorts Mill Goudy"/>
                <a:cs typeface="Sorts Mill Goudy"/>
                <a:sym typeface="Sorts Mill Goudy"/>
              </a:rPr>
              <a:t>El pedido se rechaza; no queda guardado con stock insuficiente.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9"/>
        </a:solidFill>
      </p:bgPr>
    </p:bg>
    <p:spTree>
      <p:nvGrpSpPr>
        <p:cNvPr id="578" name="Shape 578"/>
        <p:cNvGrpSpPr/>
        <p:nvPr/>
      </p:nvGrpSpPr>
      <p:grpSpPr>
        <a:xfrm>
          <a:off x="0" y="0"/>
          <a:ext cx="0" cy="0"/>
          <a:chOff x="0" y="0"/>
          <a:chExt cx="0" cy="0"/>
        </a:xfrm>
      </p:grpSpPr>
      <p:sp>
        <p:nvSpPr>
          <p:cNvPr id="579" name="Google Shape;579;p13"/>
          <p:cNvSpPr/>
          <p:nvPr/>
        </p:nvSpPr>
        <p:spPr>
          <a:xfrm>
            <a:off x="685800" y="266700"/>
            <a:ext cx="104775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900"/>
              <a:buFont typeface="Arial"/>
              <a:buNone/>
            </a:pPr>
            <a:r>
              <a:rPr b="1" lang="es-MX" sz="900">
                <a:solidFill>
                  <a:srgbClr val="147D80"/>
                </a:solidFill>
                <a:latin typeface="Arial"/>
                <a:ea typeface="Arial"/>
                <a:cs typeface="Arial"/>
                <a:sym typeface="Arial"/>
              </a:rPr>
              <a:t>CONTROL DEL PEDIDO</a:t>
            </a:r>
            <a:endParaRPr/>
          </a:p>
        </p:txBody>
      </p:sp>
      <p:sp>
        <p:nvSpPr>
          <p:cNvPr id="580" name="Google Shape;580;p13"/>
          <p:cNvSpPr/>
          <p:nvPr/>
        </p:nvSpPr>
        <p:spPr>
          <a:xfrm>
            <a:off x="685800" y="628650"/>
            <a:ext cx="10820400" cy="5905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2550"/>
              <a:buFont typeface="Arial"/>
              <a:buNone/>
            </a:pPr>
            <a:r>
              <a:rPr b="1" lang="es-MX" sz="2550">
                <a:solidFill>
                  <a:srgbClr val="10283F"/>
                </a:solidFill>
                <a:latin typeface="Arial"/>
                <a:ea typeface="Arial"/>
                <a:cs typeface="Arial"/>
                <a:sym typeface="Arial"/>
              </a:rPr>
              <a:t>Qué pasa si un pedido no cumple</a:t>
            </a:r>
            <a:endParaRPr/>
          </a:p>
        </p:txBody>
      </p:sp>
      <p:sp>
        <p:nvSpPr>
          <p:cNvPr id="581" name="Google Shape;581;p13"/>
          <p:cNvSpPr/>
          <p:nvPr/>
        </p:nvSpPr>
        <p:spPr>
          <a:xfrm>
            <a:off x="685800" y="1362075"/>
            <a:ext cx="10820400" cy="19050"/>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82" name="Google Shape;582;p13"/>
          <p:cNvSpPr/>
          <p:nvPr/>
        </p:nvSpPr>
        <p:spPr>
          <a:xfrm>
            <a:off x="685800" y="1543050"/>
            <a:ext cx="10820400" cy="47625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425"/>
              <a:buFont typeface="Arial"/>
              <a:buNone/>
            </a:pPr>
            <a:r>
              <a:rPr b="1" lang="es-MX" sz="1425">
                <a:solidFill>
                  <a:srgbClr val="10283F"/>
                </a:solidFill>
                <a:latin typeface="Arial"/>
                <a:ea typeface="Arial"/>
                <a:cs typeface="Arial"/>
                <a:sym typeface="Arial"/>
              </a:rPr>
              <a:t>La operación se detiene antes de dejar un pedido incompleto o un stock que no corresponde.</a:t>
            </a:r>
            <a:endParaRPr/>
          </a:p>
        </p:txBody>
      </p:sp>
      <p:sp>
        <p:nvSpPr>
          <p:cNvPr id="583" name="Google Shape;583;p13"/>
          <p:cNvSpPr/>
          <p:nvPr/>
        </p:nvSpPr>
        <p:spPr>
          <a:xfrm>
            <a:off x="685800" y="2362200"/>
            <a:ext cx="457200" cy="342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01</a:t>
            </a:r>
            <a:endParaRPr/>
          </a:p>
        </p:txBody>
      </p:sp>
      <p:sp>
        <p:nvSpPr>
          <p:cNvPr id="584" name="Google Shape;584;p13"/>
          <p:cNvSpPr/>
          <p:nvPr/>
        </p:nvSpPr>
        <p:spPr>
          <a:xfrm>
            <a:off x="1257300" y="2362200"/>
            <a:ext cx="3333750" cy="333375"/>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425"/>
              <a:buFont typeface="Arial"/>
              <a:buNone/>
            </a:pPr>
            <a:r>
              <a:rPr b="1" lang="es-MX" sz="1425">
                <a:solidFill>
                  <a:srgbClr val="10283F"/>
                </a:solidFill>
                <a:latin typeface="Arial"/>
                <a:ea typeface="Arial"/>
                <a:cs typeface="Arial"/>
                <a:sym typeface="Arial"/>
              </a:rPr>
              <a:t>Cantidad válida</a:t>
            </a:r>
            <a:endParaRPr/>
          </a:p>
        </p:txBody>
      </p:sp>
      <p:sp>
        <p:nvSpPr>
          <p:cNvPr id="585" name="Google Shape;585;p13"/>
          <p:cNvSpPr/>
          <p:nvPr/>
        </p:nvSpPr>
        <p:spPr>
          <a:xfrm>
            <a:off x="1257300" y="2724150"/>
            <a:ext cx="657225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Debe ser mayor que cero.</a:t>
            </a:r>
            <a:endParaRPr/>
          </a:p>
        </p:txBody>
      </p:sp>
      <p:sp>
        <p:nvSpPr>
          <p:cNvPr id="586" name="Google Shape;586;p13"/>
          <p:cNvSpPr/>
          <p:nvPr/>
        </p:nvSpPr>
        <p:spPr>
          <a:xfrm>
            <a:off x="1257300" y="3219450"/>
            <a:ext cx="6572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87" name="Google Shape;587;p13"/>
          <p:cNvSpPr/>
          <p:nvPr/>
        </p:nvSpPr>
        <p:spPr>
          <a:xfrm>
            <a:off x="685800" y="3552825"/>
            <a:ext cx="457200" cy="342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47D80"/>
              </a:buClr>
              <a:buSzPts val="1200"/>
              <a:buFont typeface="Arial"/>
              <a:buNone/>
            </a:pPr>
            <a:r>
              <a:rPr b="1" lang="es-MX" sz="1200">
                <a:solidFill>
                  <a:srgbClr val="147D80"/>
                </a:solidFill>
                <a:latin typeface="Arial"/>
                <a:ea typeface="Arial"/>
                <a:cs typeface="Arial"/>
                <a:sym typeface="Arial"/>
              </a:rPr>
              <a:t>02</a:t>
            </a:r>
            <a:endParaRPr/>
          </a:p>
        </p:txBody>
      </p:sp>
      <p:sp>
        <p:nvSpPr>
          <p:cNvPr id="588" name="Google Shape;588;p13"/>
          <p:cNvSpPr/>
          <p:nvPr/>
        </p:nvSpPr>
        <p:spPr>
          <a:xfrm>
            <a:off x="1257300" y="3552825"/>
            <a:ext cx="3333750" cy="333375"/>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425"/>
              <a:buFont typeface="Arial"/>
              <a:buNone/>
            </a:pPr>
            <a:r>
              <a:rPr b="1" lang="es-MX" sz="1425">
                <a:solidFill>
                  <a:srgbClr val="10283F"/>
                </a:solidFill>
                <a:latin typeface="Arial"/>
                <a:ea typeface="Arial"/>
                <a:cs typeface="Arial"/>
                <a:sym typeface="Arial"/>
              </a:rPr>
              <a:t>Cliente y producto</a:t>
            </a:r>
            <a:endParaRPr/>
          </a:p>
        </p:txBody>
      </p:sp>
      <p:sp>
        <p:nvSpPr>
          <p:cNvPr id="589" name="Google Shape;589;p13"/>
          <p:cNvSpPr/>
          <p:nvPr/>
        </p:nvSpPr>
        <p:spPr>
          <a:xfrm>
            <a:off x="1257300" y="3914775"/>
            <a:ext cx="657225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Ambos deben existir en Oracle.</a:t>
            </a:r>
            <a:endParaRPr/>
          </a:p>
        </p:txBody>
      </p:sp>
      <p:sp>
        <p:nvSpPr>
          <p:cNvPr id="590" name="Google Shape;590;p13"/>
          <p:cNvSpPr/>
          <p:nvPr/>
        </p:nvSpPr>
        <p:spPr>
          <a:xfrm>
            <a:off x="1257300" y="4410075"/>
            <a:ext cx="6572250" cy="9525"/>
          </a:xfrm>
          <a:prstGeom prst="rect">
            <a:avLst/>
          </a:prstGeom>
          <a:solidFill>
            <a:srgbClr val="D6D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91" name="Google Shape;591;p13"/>
          <p:cNvSpPr/>
          <p:nvPr/>
        </p:nvSpPr>
        <p:spPr>
          <a:xfrm>
            <a:off x="685800" y="4743450"/>
            <a:ext cx="457200" cy="342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39B48"/>
              </a:buClr>
              <a:buSzPts val="1200"/>
              <a:buFont typeface="Arial"/>
              <a:buNone/>
            </a:pPr>
            <a:r>
              <a:rPr b="1" lang="es-MX" sz="1200">
                <a:solidFill>
                  <a:srgbClr val="E39B48"/>
                </a:solidFill>
                <a:latin typeface="Arial"/>
                <a:ea typeface="Arial"/>
                <a:cs typeface="Arial"/>
                <a:sym typeface="Arial"/>
              </a:rPr>
              <a:t>03</a:t>
            </a:r>
            <a:endParaRPr/>
          </a:p>
        </p:txBody>
      </p:sp>
      <p:sp>
        <p:nvSpPr>
          <p:cNvPr id="592" name="Google Shape;592;p13"/>
          <p:cNvSpPr/>
          <p:nvPr/>
        </p:nvSpPr>
        <p:spPr>
          <a:xfrm>
            <a:off x="1257300" y="4743450"/>
            <a:ext cx="3333750" cy="333375"/>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425"/>
              <a:buFont typeface="Arial"/>
              <a:buNone/>
            </a:pPr>
            <a:r>
              <a:rPr b="1" lang="es-MX" sz="1425">
                <a:solidFill>
                  <a:srgbClr val="10283F"/>
                </a:solidFill>
                <a:latin typeface="Arial"/>
                <a:ea typeface="Arial"/>
                <a:cs typeface="Arial"/>
                <a:sym typeface="Arial"/>
              </a:rPr>
              <a:t>Stock suficiente</a:t>
            </a:r>
            <a:endParaRPr/>
          </a:p>
        </p:txBody>
      </p:sp>
      <p:sp>
        <p:nvSpPr>
          <p:cNvPr id="593" name="Google Shape;593;p13"/>
          <p:cNvSpPr/>
          <p:nvPr/>
        </p:nvSpPr>
        <p:spPr>
          <a:xfrm>
            <a:off x="1257300" y="5105400"/>
            <a:ext cx="657225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E2C36"/>
              </a:buClr>
              <a:buSzPts val="1275"/>
              <a:buFont typeface="Arial"/>
              <a:buNone/>
            </a:pPr>
            <a:r>
              <a:rPr b="0" lang="es-MX" sz="1275">
                <a:solidFill>
                  <a:srgbClr val="1E2C36"/>
                </a:solidFill>
                <a:latin typeface="Arial"/>
                <a:ea typeface="Arial"/>
                <a:cs typeface="Arial"/>
                <a:sym typeface="Arial"/>
              </a:rPr>
              <a:t>Oracle bloquea el producto mientras revisa sus unidades disponibles.</a:t>
            </a:r>
            <a:endParaRPr/>
          </a:p>
        </p:txBody>
      </p:sp>
      <p:sp>
        <p:nvSpPr>
          <p:cNvPr id="594" name="Google Shape;594;p13"/>
          <p:cNvSpPr/>
          <p:nvPr/>
        </p:nvSpPr>
        <p:spPr>
          <a:xfrm>
            <a:off x="8382000" y="2286000"/>
            <a:ext cx="3124200" cy="2857500"/>
          </a:xfrm>
          <a:prstGeom prst="rect">
            <a:avLst/>
          </a:prstGeom>
          <a:solidFill>
            <a:srgbClr val="1028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595" name="Google Shape;595;p13"/>
          <p:cNvSpPr/>
          <p:nvPr/>
        </p:nvSpPr>
        <p:spPr>
          <a:xfrm>
            <a:off x="8648700" y="2571750"/>
            <a:ext cx="257175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9E1DA"/>
              </a:buClr>
              <a:buSzPts val="900"/>
              <a:buFont typeface="Arial"/>
              <a:buNone/>
            </a:pPr>
            <a:r>
              <a:rPr b="1" lang="es-MX" sz="900">
                <a:solidFill>
                  <a:srgbClr val="B9E1DA"/>
                </a:solidFill>
                <a:latin typeface="Arial"/>
                <a:ea typeface="Arial"/>
                <a:cs typeface="Arial"/>
                <a:sym typeface="Arial"/>
              </a:rPr>
              <a:t>SI ALGO NO CUADRA</a:t>
            </a:r>
            <a:endParaRPr/>
          </a:p>
        </p:txBody>
      </p:sp>
      <p:sp>
        <p:nvSpPr>
          <p:cNvPr id="596" name="Google Shape;596;p13"/>
          <p:cNvSpPr/>
          <p:nvPr/>
        </p:nvSpPr>
        <p:spPr>
          <a:xfrm>
            <a:off x="8648700" y="3000375"/>
            <a:ext cx="2571750" cy="762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1950"/>
              <a:buFont typeface="Arial"/>
              <a:buNone/>
            </a:pPr>
            <a:r>
              <a:rPr b="1" lang="es-MX" sz="1950">
                <a:solidFill>
                  <a:srgbClr val="FFFFFF"/>
                </a:solidFill>
                <a:latin typeface="Arial"/>
                <a:ea typeface="Arial"/>
                <a:cs typeface="Arial"/>
                <a:sym typeface="Arial"/>
              </a:rPr>
              <a:t>No se registra</a:t>
            </a:r>
            <a:endParaRPr/>
          </a:p>
          <a:p>
            <a:pPr indent="0" lvl="0" marL="0" marR="0" rtl="0" algn="l">
              <a:spcBef>
                <a:spcPts val="0"/>
              </a:spcBef>
              <a:spcAft>
                <a:spcPts val="0"/>
              </a:spcAft>
              <a:buClr>
                <a:srgbClr val="FFFFFF"/>
              </a:buClr>
              <a:buSzPts val="1950"/>
              <a:buFont typeface="Arial"/>
              <a:buNone/>
            </a:pPr>
            <a:r>
              <a:rPr b="1" lang="es-MX" sz="1950">
                <a:solidFill>
                  <a:srgbClr val="FFFFFF"/>
                </a:solidFill>
                <a:latin typeface="Arial"/>
                <a:ea typeface="Arial"/>
                <a:cs typeface="Arial"/>
                <a:sym typeface="Arial"/>
              </a:rPr>
              <a:t>a medias</a:t>
            </a:r>
            <a:endParaRPr/>
          </a:p>
        </p:txBody>
      </p:sp>
      <p:sp>
        <p:nvSpPr>
          <p:cNvPr id="597" name="Google Shape;597;p13"/>
          <p:cNvSpPr/>
          <p:nvPr/>
        </p:nvSpPr>
        <p:spPr>
          <a:xfrm>
            <a:off x="8648700" y="4000500"/>
            <a:ext cx="2571750" cy="838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9E1DA"/>
              </a:buClr>
              <a:buSzPts val="1200"/>
              <a:buFont typeface="Arial"/>
              <a:buNone/>
            </a:pPr>
            <a:r>
              <a:rPr b="0" lang="es-MX" sz="1200">
                <a:solidFill>
                  <a:srgbClr val="B9E1DA"/>
                </a:solidFill>
                <a:latin typeface="Arial"/>
                <a:ea typeface="Arial"/>
                <a:cs typeface="Arial"/>
                <a:sym typeface="Arial"/>
              </a:rPr>
              <a:t>El package vuelve al punto inicial y devuelve el error. No queda el pedido ni el descuento parcial.</a:t>
            </a:r>
            <a:endParaRPr/>
          </a:p>
        </p:txBody>
      </p:sp>
      <p:sp>
        <p:nvSpPr>
          <p:cNvPr id="598" name="Google Shape;598;p13"/>
          <p:cNvSpPr/>
          <p:nvPr/>
        </p:nvSpPr>
        <p:spPr>
          <a:xfrm>
            <a:off x="685800" y="5886450"/>
            <a:ext cx="10572750" cy="304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0283F"/>
              </a:buClr>
              <a:buSzPts val="1350"/>
              <a:buFont typeface="Arial"/>
              <a:buNone/>
            </a:pPr>
            <a:r>
              <a:rPr b="1" lang="es-MX" sz="1350">
                <a:solidFill>
                  <a:srgbClr val="10283F"/>
                </a:solidFill>
                <a:latin typeface="Arial"/>
                <a:ea typeface="Arial"/>
                <a:cs typeface="Arial"/>
                <a:sym typeface="Arial"/>
              </a:rPr>
              <a:t>Para la tienda: un error se informa y el inventario conserva un estado confiable.</a:t>
            </a:r>
            <a:endParaRPr/>
          </a:p>
        </p:txBody>
      </p:sp>
      <p:sp>
        <p:nvSpPr>
          <p:cNvPr id="599" name="Google Shape;599;p13"/>
          <p:cNvSpPr/>
          <p:nvPr/>
        </p:nvSpPr>
        <p:spPr>
          <a:xfrm>
            <a:off x="685800" y="6457950"/>
            <a:ext cx="6667500" cy="190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37C"/>
              </a:buClr>
              <a:buSzPts val="653"/>
              <a:buFont typeface="Arial"/>
              <a:buNone/>
            </a:pPr>
            <a:r>
              <a:rPr b="1" lang="es-MX" sz="653">
                <a:solidFill>
                  <a:srgbClr val="66737C"/>
                </a:solidFill>
                <a:latin typeface="Arial"/>
                <a:ea typeface="Arial"/>
                <a:cs typeface="Arial"/>
                <a:sym typeface="Arial"/>
              </a:rPr>
              <a:t>BDY1103  ·  PROYECTO DE INVENTARIO</a:t>
            </a:r>
            <a:endParaRPr/>
          </a:p>
        </p:txBody>
      </p:sp>
      <p:sp>
        <p:nvSpPr>
          <p:cNvPr id="600" name="Google Shape;600;p13"/>
          <p:cNvSpPr/>
          <p:nvPr/>
        </p:nvSpPr>
        <p:spPr>
          <a:xfrm>
            <a:off x="11077575" y="6429375"/>
            <a:ext cx="419100" cy="20955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147D80"/>
              </a:buClr>
              <a:buSzPts val="770"/>
              <a:buFont typeface="Arial"/>
              <a:buNone/>
            </a:pPr>
            <a:r>
              <a:rPr b="1" lang="es-MX" sz="770">
                <a:solidFill>
                  <a:srgbClr val="147D8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83F"/>
        </a:solidFill>
      </p:bgPr>
    </p:bg>
    <p:spTree>
      <p:nvGrpSpPr>
        <p:cNvPr id="605" name="Shape 605"/>
        <p:cNvGrpSpPr/>
        <p:nvPr/>
      </p:nvGrpSpPr>
      <p:grpSpPr>
        <a:xfrm>
          <a:off x="0" y="0"/>
          <a:ext cx="0" cy="0"/>
          <a:chOff x="0" y="0"/>
          <a:chExt cx="0" cy="0"/>
        </a:xfrm>
      </p:grpSpPr>
      <p:sp>
        <p:nvSpPr>
          <p:cNvPr id="606" name="Google Shape;606;p14"/>
          <p:cNvSpPr/>
          <p:nvPr/>
        </p:nvSpPr>
        <p:spPr>
          <a:xfrm>
            <a:off x="685800" y="971550"/>
            <a:ext cx="9810750" cy="4953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2649"/>
              <a:buFont typeface="Sorts Mill Goudy"/>
              <a:buNone/>
            </a:pPr>
            <a:r>
              <a:rPr b="1" lang="es-MX" sz="2650">
                <a:solidFill>
                  <a:srgbClr val="FFFFFF"/>
                </a:solidFill>
                <a:latin typeface="Sorts Mill Goudy"/>
                <a:ea typeface="Sorts Mill Goudy"/>
                <a:cs typeface="Sorts Mill Goudy"/>
                <a:sym typeface="Sorts Mill Goudy"/>
              </a:rPr>
              <a:t>Qué mejora para la tienda</a:t>
            </a:r>
            <a:endParaRPr/>
          </a:p>
        </p:txBody>
      </p:sp>
      <p:sp>
        <p:nvSpPr>
          <p:cNvPr id="607" name="Google Shape;607;p14"/>
          <p:cNvSpPr/>
          <p:nvPr/>
        </p:nvSpPr>
        <p:spPr>
          <a:xfrm>
            <a:off x="685800" y="2238375"/>
            <a:ext cx="523875"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B9E1DA"/>
              </a:buClr>
              <a:buSzPts val="1725"/>
              <a:buFont typeface="Sorts Mill Goudy"/>
              <a:buNone/>
            </a:pPr>
            <a:r>
              <a:rPr b="1" lang="es-MX" sz="1725">
                <a:solidFill>
                  <a:srgbClr val="B9E1DA"/>
                </a:solidFill>
                <a:latin typeface="Sorts Mill Goudy"/>
                <a:ea typeface="Sorts Mill Goudy"/>
                <a:cs typeface="Sorts Mill Goudy"/>
                <a:sym typeface="Sorts Mill Goudy"/>
              </a:rPr>
              <a:t>01</a:t>
            </a:r>
            <a:endParaRPr/>
          </a:p>
        </p:txBody>
      </p:sp>
      <p:sp>
        <p:nvSpPr>
          <p:cNvPr id="608" name="Google Shape;608;p14"/>
          <p:cNvSpPr/>
          <p:nvPr/>
        </p:nvSpPr>
        <p:spPr>
          <a:xfrm>
            <a:off x="685800" y="2819400"/>
            <a:ext cx="29527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609" name="Google Shape;609;p14"/>
          <p:cNvSpPr/>
          <p:nvPr/>
        </p:nvSpPr>
        <p:spPr>
          <a:xfrm>
            <a:off x="685800" y="3057525"/>
            <a:ext cx="2857500" cy="228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E1DA"/>
              </a:buClr>
              <a:buSzPts val="973"/>
              <a:buFont typeface="Sorts Mill Goudy"/>
              <a:buNone/>
            </a:pPr>
            <a:r>
              <a:rPr b="1" lang="es-MX" sz="973">
                <a:solidFill>
                  <a:srgbClr val="B9E1DA"/>
                </a:solidFill>
                <a:latin typeface="Sorts Mill Goudy"/>
                <a:ea typeface="Sorts Mill Goudy"/>
                <a:cs typeface="Sorts Mill Goudy"/>
                <a:sym typeface="Sorts Mill Goudy"/>
              </a:rPr>
              <a:t>REPONER A TIEMPO</a:t>
            </a:r>
            <a:endParaRPr/>
          </a:p>
        </p:txBody>
      </p:sp>
      <p:sp>
        <p:nvSpPr>
          <p:cNvPr id="610" name="Google Shape;610;p14"/>
          <p:cNvSpPr/>
          <p:nvPr/>
        </p:nvSpPr>
        <p:spPr>
          <a:xfrm>
            <a:off x="685800" y="3495675"/>
            <a:ext cx="3000375"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425"/>
              <a:buFont typeface="Sorts Mill Goudy"/>
              <a:buNone/>
            </a:pPr>
            <a:r>
              <a:rPr b="0" lang="es-MX" sz="1425">
                <a:solidFill>
                  <a:srgbClr val="FFFFFF"/>
                </a:solidFill>
                <a:latin typeface="Sorts Mill Goudy"/>
                <a:ea typeface="Sorts Mill Goudy"/>
                <a:cs typeface="Sorts Mill Goudy"/>
                <a:sym typeface="Sorts Mill Goudy"/>
              </a:rPr>
              <a:t>La lista muestra qué productos ya están bajo su mínimo.</a:t>
            </a:r>
            <a:endParaRPr/>
          </a:p>
        </p:txBody>
      </p:sp>
      <p:sp>
        <p:nvSpPr>
          <p:cNvPr id="611" name="Google Shape;611;p14"/>
          <p:cNvSpPr/>
          <p:nvPr/>
        </p:nvSpPr>
        <p:spPr>
          <a:xfrm>
            <a:off x="4305300" y="2238375"/>
            <a:ext cx="523875"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B9E1DA"/>
              </a:buClr>
              <a:buSzPts val="1725"/>
              <a:buFont typeface="Sorts Mill Goudy"/>
              <a:buNone/>
            </a:pPr>
            <a:r>
              <a:rPr b="1" lang="es-MX" sz="1725">
                <a:solidFill>
                  <a:srgbClr val="B9E1DA"/>
                </a:solidFill>
                <a:latin typeface="Sorts Mill Goudy"/>
                <a:ea typeface="Sorts Mill Goudy"/>
                <a:cs typeface="Sorts Mill Goudy"/>
                <a:sym typeface="Sorts Mill Goudy"/>
              </a:rPr>
              <a:t>02</a:t>
            </a:r>
            <a:endParaRPr/>
          </a:p>
        </p:txBody>
      </p:sp>
      <p:sp>
        <p:nvSpPr>
          <p:cNvPr id="612" name="Google Shape;612;p14"/>
          <p:cNvSpPr/>
          <p:nvPr/>
        </p:nvSpPr>
        <p:spPr>
          <a:xfrm>
            <a:off x="4305300" y="2819400"/>
            <a:ext cx="2952750" cy="28575"/>
          </a:xfrm>
          <a:prstGeom prst="rect">
            <a:avLst/>
          </a:prstGeom>
          <a:solidFill>
            <a:srgbClr val="147D8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613" name="Google Shape;613;p14"/>
          <p:cNvSpPr/>
          <p:nvPr/>
        </p:nvSpPr>
        <p:spPr>
          <a:xfrm>
            <a:off x="4305300" y="3057525"/>
            <a:ext cx="2857500" cy="228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E1DA"/>
              </a:buClr>
              <a:buSzPts val="973"/>
              <a:buFont typeface="Sorts Mill Goudy"/>
              <a:buNone/>
            </a:pPr>
            <a:r>
              <a:rPr b="1" lang="es-MX" sz="973">
                <a:solidFill>
                  <a:srgbClr val="B9E1DA"/>
                </a:solidFill>
                <a:latin typeface="Sorts Mill Goudy"/>
                <a:ea typeface="Sorts Mill Goudy"/>
                <a:cs typeface="Sorts Mill Goudy"/>
                <a:sym typeface="Sorts Mill Goudy"/>
              </a:rPr>
              <a:t>EVITAR PEDIDOS IMPOSIBLES</a:t>
            </a:r>
            <a:endParaRPr/>
          </a:p>
        </p:txBody>
      </p:sp>
      <p:sp>
        <p:nvSpPr>
          <p:cNvPr id="614" name="Google Shape;614;p14"/>
          <p:cNvSpPr/>
          <p:nvPr/>
        </p:nvSpPr>
        <p:spPr>
          <a:xfrm>
            <a:off x="4305300" y="3495675"/>
            <a:ext cx="3000375"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425"/>
              <a:buFont typeface="Sorts Mill Goudy"/>
              <a:buNone/>
            </a:pPr>
            <a:r>
              <a:rPr b="0" lang="es-MX" sz="1425">
                <a:solidFill>
                  <a:srgbClr val="FFFFFF"/>
                </a:solidFill>
                <a:latin typeface="Sorts Mill Goudy"/>
                <a:ea typeface="Sorts Mill Goudy"/>
                <a:cs typeface="Sorts Mill Goudy"/>
                <a:sym typeface="Sorts Mill Goudy"/>
              </a:rPr>
              <a:t>Oracle rechaza pedidos que superan las unidades disponibles.</a:t>
            </a:r>
            <a:endParaRPr/>
          </a:p>
        </p:txBody>
      </p:sp>
      <p:sp>
        <p:nvSpPr>
          <p:cNvPr id="615" name="Google Shape;615;p14"/>
          <p:cNvSpPr/>
          <p:nvPr/>
        </p:nvSpPr>
        <p:spPr>
          <a:xfrm>
            <a:off x="7924800" y="2238375"/>
            <a:ext cx="523875" cy="4000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1725"/>
              <a:buFont typeface="Sorts Mill Goudy"/>
              <a:buNone/>
            </a:pPr>
            <a:r>
              <a:rPr b="1" lang="es-MX" sz="1725">
                <a:solidFill>
                  <a:srgbClr val="E39B48"/>
                </a:solidFill>
                <a:latin typeface="Sorts Mill Goudy"/>
                <a:ea typeface="Sorts Mill Goudy"/>
                <a:cs typeface="Sorts Mill Goudy"/>
                <a:sym typeface="Sorts Mill Goudy"/>
              </a:rPr>
              <a:t>03</a:t>
            </a:r>
            <a:endParaRPr/>
          </a:p>
        </p:txBody>
      </p:sp>
      <p:sp>
        <p:nvSpPr>
          <p:cNvPr id="616" name="Google Shape;616;p14"/>
          <p:cNvSpPr/>
          <p:nvPr/>
        </p:nvSpPr>
        <p:spPr>
          <a:xfrm>
            <a:off x="7924800" y="2819400"/>
            <a:ext cx="2952750" cy="28575"/>
          </a:xfrm>
          <a:prstGeom prst="rect">
            <a:avLst/>
          </a:prstGeom>
          <a:solidFill>
            <a:srgbClr val="E39B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617" name="Google Shape;617;p14"/>
          <p:cNvSpPr/>
          <p:nvPr/>
        </p:nvSpPr>
        <p:spPr>
          <a:xfrm>
            <a:off x="7924800" y="3057525"/>
            <a:ext cx="2857500" cy="228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B9E1DA"/>
              </a:buClr>
              <a:buSzPts val="973"/>
              <a:buFont typeface="Sorts Mill Goudy"/>
              <a:buNone/>
            </a:pPr>
            <a:r>
              <a:rPr b="1" lang="es-MX" sz="973">
                <a:solidFill>
                  <a:srgbClr val="B9E1DA"/>
                </a:solidFill>
                <a:latin typeface="Sorts Mill Goudy"/>
                <a:ea typeface="Sorts Mill Goudy"/>
                <a:cs typeface="Sorts Mill Goudy"/>
                <a:sym typeface="Sorts Mill Goudy"/>
              </a:rPr>
              <a:t>SABER CUÁNDO CAMBIÓ</a:t>
            </a:r>
            <a:endParaRPr/>
          </a:p>
        </p:txBody>
      </p:sp>
      <p:sp>
        <p:nvSpPr>
          <p:cNvPr id="618" name="Google Shape;618;p14"/>
          <p:cNvSpPr/>
          <p:nvPr/>
        </p:nvSpPr>
        <p:spPr>
          <a:xfrm>
            <a:off x="7924800" y="3495675"/>
            <a:ext cx="3000375" cy="8572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425"/>
              <a:buFont typeface="Sorts Mill Goudy"/>
              <a:buNone/>
            </a:pPr>
            <a:r>
              <a:rPr b="0" lang="es-MX" sz="1425">
                <a:solidFill>
                  <a:srgbClr val="FFFFFF"/>
                </a:solidFill>
                <a:latin typeface="Sorts Mill Goudy"/>
                <a:ea typeface="Sorts Mill Goudy"/>
                <a:cs typeface="Sorts Mill Goudy"/>
                <a:sym typeface="Sorts Mill Goudy"/>
              </a:rPr>
              <a:t>El stock se actualiza y el cruce al mínimo queda registrado.</a:t>
            </a:r>
            <a:endParaRPr/>
          </a:p>
        </p:txBody>
      </p:sp>
      <p:sp>
        <p:nvSpPr>
          <p:cNvPr id="619" name="Google Shape;619;p14"/>
          <p:cNvSpPr/>
          <p:nvPr/>
        </p:nvSpPr>
        <p:spPr>
          <a:xfrm>
            <a:off x="685800" y="4791075"/>
            <a:ext cx="10820400" cy="9525"/>
          </a:xfrm>
          <a:prstGeom prst="rect">
            <a:avLst/>
          </a:prstGeom>
          <a:solidFill>
            <a:srgbClr val="37536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Sorts Mill Goudy"/>
              <a:ea typeface="Sorts Mill Goudy"/>
              <a:cs typeface="Sorts Mill Goudy"/>
              <a:sym typeface="Sorts Mill Goudy"/>
            </a:endParaRPr>
          </a:p>
        </p:txBody>
      </p:sp>
      <p:sp>
        <p:nvSpPr>
          <p:cNvPr id="620" name="Google Shape;620;p14"/>
          <p:cNvSpPr/>
          <p:nvPr/>
        </p:nvSpPr>
        <p:spPr>
          <a:xfrm>
            <a:off x="685800" y="5105400"/>
            <a:ext cx="1524000" cy="238125"/>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E39B48"/>
              </a:buClr>
              <a:buSzPts val="900"/>
              <a:buFont typeface="Sorts Mill Goudy"/>
              <a:buNone/>
            </a:pPr>
            <a:r>
              <a:rPr b="1" lang="es-MX" sz="900">
                <a:solidFill>
                  <a:srgbClr val="E39B48"/>
                </a:solidFill>
                <a:latin typeface="Sorts Mill Goudy"/>
                <a:ea typeface="Sorts Mill Goudy"/>
                <a:cs typeface="Sorts Mill Goudy"/>
                <a:sym typeface="Sorts Mill Goudy"/>
              </a:rPr>
              <a:t>Alcance actual</a:t>
            </a:r>
            <a:endParaRPr/>
          </a:p>
        </p:txBody>
      </p:sp>
      <p:sp>
        <p:nvSpPr>
          <p:cNvPr id="621" name="Google Shape;621;p14"/>
          <p:cNvSpPr/>
          <p:nvPr/>
        </p:nvSpPr>
        <p:spPr>
          <a:xfrm>
            <a:off x="2419350" y="4991100"/>
            <a:ext cx="8763000" cy="6286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200"/>
              <a:buFont typeface="Sorts Mill Goudy"/>
              <a:buNone/>
            </a:pPr>
            <a:r>
              <a:rPr b="0" lang="es-MX" sz="1200">
                <a:solidFill>
                  <a:srgbClr val="FFFFFF"/>
                </a:solidFill>
                <a:latin typeface="Sorts Mill Goudy"/>
                <a:ea typeface="Sorts Mill Goudy"/>
                <a:cs typeface="Sorts Mill Goudy"/>
                <a:sym typeface="Sorts Mill Goudy"/>
              </a:rPr>
              <a:t>Es un prototipo local con Oracle XE. Para usarlo en una tienda faltan pruebas con el equipo, usuarios y permisos, y preparar el despliegue.</a:t>
            </a:r>
            <a:endParaRPr/>
          </a:p>
        </p:txBody>
      </p:sp>
      <p:sp>
        <p:nvSpPr>
          <p:cNvPr id="622" name="Google Shape;622;p14"/>
          <p:cNvSpPr/>
          <p:nvPr/>
        </p:nvSpPr>
        <p:spPr>
          <a:xfrm>
            <a:off x="685800" y="5943600"/>
            <a:ext cx="9525000" cy="28575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B9E1DA"/>
              </a:buClr>
              <a:buSzPts val="1275"/>
              <a:buFont typeface="Sorts Mill Goudy"/>
              <a:buNone/>
            </a:pPr>
            <a:r>
              <a:rPr b="1" lang="es-MX" sz="1275">
                <a:solidFill>
                  <a:srgbClr val="B9E1DA"/>
                </a:solidFill>
                <a:latin typeface="Sorts Mill Goudy"/>
                <a:ea typeface="Sorts Mill Goudy"/>
                <a:cs typeface="Sorts Mill Goudy"/>
                <a:sym typeface="Sorts Mill Goudy"/>
              </a:rPr>
              <a:t>Siguiente paso: probar el flujo con quienes revisan y reponen el inventario.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id="627" name="Google Shape;627;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16"/>
          <p:cNvPicPr preferRelativeResize="0"/>
          <p:nvPr/>
        </p:nvPicPr>
        <p:blipFill rotWithShape="1">
          <a:blip r:embed="rId3">
            <a:alphaModFix/>
          </a:blip>
          <a:srcRect b="0" l="0" r="0" t="0"/>
          <a:stretch/>
        </p:blipFill>
        <p:spPr>
          <a:xfrm>
            <a:off x="2784386" y="294837"/>
            <a:ext cx="6173061" cy="6268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rco">
  <a:themeElements>
    <a:clrScheme name="Arco">
      <a:dk1>
        <a:srgbClr val="000000"/>
      </a:dk1>
      <a:lt1>
        <a:srgbClr val="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2026-10-20T22:17:43Z</dcterms:created>
  <dc:creator>Walnut Exporter</dc:creator>
</cp:coreProperties>
</file>